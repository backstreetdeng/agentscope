
<file path=[Content_Types].xml><?xml version="1.0" encoding="utf-8"?>
<Types xmlns="http://schemas.openxmlformats.org/package/2006/content-types">
  <Default Extension="vml" ContentType="application/vnd.openxmlformats-officedocument.vmlDrawing"/>
  <Default Extension="xlsx" ContentType="application/vnd.openxmlformats-officedocument.spreadsheetml.sheet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75" r:id="rId3"/>
    <p:sldId id="276" r:id="rId4"/>
    <p:sldId id="277" r:id="rId5"/>
    <p:sldId id="278" r:id="rId6"/>
    <p:sldId id="27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108" userDrawn="1">
          <p15:clr>
            <a:srgbClr val="A4A3A4"/>
          </p15:clr>
        </p15:guide>
        <p15:guide id="2" pos="492" userDrawn="1">
          <p15:clr>
            <a:srgbClr val="A4A3A4"/>
          </p15:clr>
        </p15:guide>
        <p15:guide id="3" pos="7294" userDrawn="1">
          <p15:clr>
            <a:srgbClr val="A4A3A4"/>
          </p15:clr>
        </p15:guide>
        <p15:guide id="4" orient="horz" pos="4289" userDrawn="1">
          <p15:clr>
            <a:srgbClr val="A4A3A4"/>
          </p15:clr>
        </p15:guide>
        <p15:guide id="5" orient="horz" pos="4065" userDrawn="1">
          <p15:clr>
            <a:srgbClr val="A4A3A4"/>
          </p15:clr>
        </p15:guide>
        <p15:guide id="6" orient="horz" pos="1192" userDrawn="1">
          <p15:clr>
            <a:srgbClr val="A4A3A4"/>
          </p15:clr>
        </p15:guide>
        <p15:guide id="7" pos="2389" userDrawn="1">
          <p15:clr>
            <a:srgbClr val="A4A3A4"/>
          </p15:clr>
        </p15:guide>
        <p15:guide id="8" pos="7389" userDrawn="1">
          <p15:clr>
            <a:srgbClr val="A4A3A4"/>
          </p15:clr>
        </p15:guide>
        <p15:guide id="9" orient="horz" pos="89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董 自然" initials="董" lastIdx="3" clrIdx="0"/>
  <p:cmAuthor id="2" name="刘 晓亚" initials="刘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AADC"/>
    <a:srgbClr val="1C4E64"/>
    <a:srgbClr val="FFFFFF"/>
    <a:srgbClr val="ECF1F9"/>
    <a:srgbClr val="4472C4"/>
    <a:srgbClr val="8EAADB"/>
    <a:srgbClr val="F6F6F6"/>
    <a:srgbClr val="A6A6A6"/>
    <a:srgbClr val="DAE3F3"/>
    <a:srgbClr val="1F5F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43" autoAdjust="0"/>
    <p:restoredTop sz="94682" autoAdjust="0"/>
  </p:normalViewPr>
  <p:slideViewPr>
    <p:cSldViewPr snapToGrid="0" showGuides="1">
      <p:cViewPr varScale="1">
        <p:scale>
          <a:sx n="77" d="100"/>
          <a:sy n="77" d="100"/>
        </p:scale>
        <p:origin x="204" y="52"/>
      </p:cViewPr>
      <p:guideLst>
        <p:guide pos="5108"/>
        <p:guide pos="492"/>
        <p:guide pos="7294"/>
        <p:guide orient="horz" pos="4289"/>
        <p:guide orient="horz" pos="4065"/>
        <p:guide orient="horz" pos="1192"/>
        <p:guide pos="2389"/>
        <p:guide pos="7389"/>
        <p:guide orient="horz" pos="8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61240310077519"/>
          <c:y val="0.221498371335505"/>
          <c:w val="0.967751937984496"/>
          <c:h val="0.62432138979370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5287730727470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38002171552660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38002171552660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0.016286644951140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85.0076</c:v>
                </c:pt>
                <c:pt idx="1">
                  <c:v>92.7674</c:v>
                </c:pt>
                <c:pt idx="2">
                  <c:v>9.6054</c:v>
                </c:pt>
                <c:pt idx="3">
                  <c:v>1.4636</c:v>
                </c:pt>
              </c:numCache>
            </c:numRef>
          </c:val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7361563517915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34419109663409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18458197611292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0.019543973941368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Sheet1!$A$2:$D$2</c:f>
              <c:numCache>
                <c:formatCode>General</c:formatCode>
                <c:ptCount val="4"/>
                <c:pt idx="0">
                  <c:v>61.1405</c:v>
                </c:pt>
                <c:pt idx="1">
                  <c:v>82.276</c:v>
                </c:pt>
                <c:pt idx="2">
                  <c:v>6.6787</c:v>
                </c:pt>
                <c:pt idx="3">
                  <c:v>1.0199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730103711"/>
        <c:axId val="1"/>
      </c:barChart>
      <c:catAx>
        <c:axId val="730103711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2.7674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730103711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dac001e7-01d5-470d-a5bb-1c29451dffab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60891089108911"/>
          <c:y val="0.199804113614104"/>
          <c:w val="0.967821782178218"/>
          <c:h val="0.66111655239960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8EAADB"/>
              </a:solidFill>
              <a:ln>
                <a:noFill/>
              </a:ln>
            </c:spPr>
          </c:dPt>
          <c:dLbls>
            <c:dLbl>
              <c:idx val="0"/>
              <c:layout>
                <c:manualLayout>
                  <c:x val="0"/>
                  <c:y val="-0.3800195886385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3917727717923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47992164544564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0.011753183153770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400.8202</c:v>
                </c:pt>
                <c:pt idx="1">
                  <c:v>415.6602</c:v>
                </c:pt>
                <c:pt idx="2">
                  <c:v>44.9389</c:v>
                </c:pt>
                <c:pt idx="3">
                  <c:v>7.4176</c:v>
                </c:pt>
              </c:numCache>
            </c:numRef>
          </c:val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9187071498530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36434867776689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31341821743388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0.016650342801175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Sheet1!$A$2:$D$2</c:f>
              <c:numCache>
                <c:formatCode>General</c:formatCode>
                <c:ptCount val="4"/>
                <c:pt idx="0">
                  <c:v>289.8248</c:v>
                </c:pt>
                <c:pt idx="1">
                  <c:v>380.9126</c:v>
                </c:pt>
                <c:pt idx="2">
                  <c:v>34.5572</c:v>
                </c:pt>
                <c:pt idx="3">
                  <c:v>4.3052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730150751"/>
        <c:axId val="1"/>
      </c:barChart>
      <c:catAx>
        <c:axId val="730150751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15.6602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730150751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79a13b9f-5688-4b35-9979-71b4c4ec8d06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7719138610858"/>
          <c:y val="0.0635631154879141"/>
          <c:w val="0.968456172277828"/>
          <c:h val="0.8728737690241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elete val="1"/>
          </c:dLbls>
          <c:val>
            <c:numRef>
              <c:f>Sheet1!$A$1:$D$1</c:f>
              <c:numCache>
                <c:formatCode>General</c:formatCode>
                <c:ptCount val="4"/>
                <c:pt idx="0">
                  <c:v>0.8</c:v>
                </c:pt>
                <c:pt idx="1">
                  <c:v>0.7</c:v>
                </c:pt>
                <c:pt idx="2">
                  <c:v>0.7</c:v>
                </c:pt>
                <c:pt idx="3">
                  <c:v>0.6</c:v>
                </c:pt>
              </c:numCache>
            </c:numRef>
          </c:val>
        </c:ser>
        <c:ser>
          <c:idx val="1"/>
          <c:order val="1"/>
          <c:spPr>
            <a:solidFill>
              <a:srgbClr val="6F8DB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.0336669699727025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336669699727025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336669699727025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336669699727025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Sheet1!$A$2:$D$2</c:f>
              <c:numCache>
                <c:formatCode>General</c:formatCode>
                <c:ptCount val="4"/>
                <c:pt idx="0">
                  <c:v>5</c:v>
                </c:pt>
                <c:pt idx="1">
                  <c:v>4.4</c:v>
                </c:pt>
                <c:pt idx="2">
                  <c:v>4.8</c:v>
                </c:pt>
                <c:pt idx="3">
                  <c:v>4.9</c:v>
                </c:pt>
              </c:numCache>
            </c:numRef>
          </c:val>
        </c:ser>
        <c:ser>
          <c:idx val="2"/>
          <c:order val="2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Sheet1!$A$3:$D$3</c:f>
              <c:numCache>
                <c:formatCode>General</c:formatCode>
                <c:ptCount val="4"/>
                <c:pt idx="0">
                  <c:v>52.6</c:v>
                </c:pt>
                <c:pt idx="1">
                  <c:v>54.4</c:v>
                </c:pt>
                <c:pt idx="2">
                  <c:v>48.9</c:v>
                </c:pt>
                <c:pt idx="3">
                  <c:v>53.7</c:v>
                </c:pt>
              </c:numCache>
            </c:numRef>
          </c:val>
        </c:ser>
        <c:ser>
          <c:idx val="3"/>
          <c:order val="3"/>
          <c:spPr>
            <a:solidFill>
              <a:srgbClr val="C3CFE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Sheet1!$A$4:$D$4</c:f>
              <c:numCache>
                <c:formatCode>General</c:formatCode>
                <c:ptCount val="4"/>
                <c:pt idx="0">
                  <c:v>41.6</c:v>
                </c:pt>
                <c:pt idx="1">
                  <c:v>40.5</c:v>
                </c:pt>
                <c:pt idx="2">
                  <c:v>45.6</c:v>
                </c:pt>
                <c:pt idx="3">
                  <c:v>40.8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21002975"/>
        <c:axId val="1"/>
      </c:barChart>
      <c:catAx>
        <c:axId val="321002975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21002975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fa9401b3-88dc-4614-a248-b24c6d16b7e8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61440546414157"/>
          <c:y val="0.214511041009464"/>
          <c:w val="0.967711890717169"/>
          <c:h val="0.63617245005257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36803364879074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13354363827549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6487907465825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38380651945320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7245005257623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7.064</c:v>
                </c:pt>
                <c:pt idx="1">
                  <c:v>17.9491</c:v>
                </c:pt>
                <c:pt idx="2">
                  <c:v>67.7163</c:v>
                </c:pt>
                <c:pt idx="3">
                  <c:v>71.888</c:v>
                </c:pt>
                <c:pt idx="4">
                  <c:v>24.2266</c:v>
                </c:pt>
              </c:numCache>
            </c:numRef>
          </c:val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31545741324921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13354363827549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28075709779179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32176656151419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6824395373291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0">
                  <c:v>3.1849</c:v>
                </c:pt>
                <c:pt idx="1">
                  <c:v>17.8898</c:v>
                </c:pt>
                <c:pt idx="2">
                  <c:v>48.7681</c:v>
                </c:pt>
                <c:pt idx="3">
                  <c:v>57.9531</c:v>
                </c:pt>
                <c:pt idx="4">
                  <c:v>23.3192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21110015"/>
        <c:axId val="1"/>
      </c:barChart>
      <c:catAx>
        <c:axId val="321110015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1.888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21110015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673c8de8-4005-4ecd-b138-8fd367e2e098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61090458488228"/>
          <c:y val="0.226918798665184"/>
          <c:w val="0.967781908302354"/>
          <c:h val="0.61512791991101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37819799777530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12235817575083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7374860956618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37708565072302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6462736373748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34.3873</c:v>
                </c:pt>
                <c:pt idx="1">
                  <c:v>79.1639</c:v>
                </c:pt>
                <c:pt idx="2">
                  <c:v>324.6863</c:v>
                </c:pt>
                <c:pt idx="3">
                  <c:v>327.9122</c:v>
                </c:pt>
                <c:pt idx="4">
                  <c:v>102.6872</c:v>
                </c:pt>
              </c:numCache>
            </c:numRef>
          </c:val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0.0044493882091212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96774193548387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0367074527252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32591768631813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6907675194660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0">
                  <c:v>11.9179</c:v>
                </c:pt>
                <c:pt idx="1">
                  <c:v>65.8332</c:v>
                </c:pt>
                <c:pt idx="2">
                  <c:v>251.0522</c:v>
                </c:pt>
                <c:pt idx="3">
                  <c:v>274.6742</c:v>
                </c:pt>
                <c:pt idx="4">
                  <c:v>106.1223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21102815"/>
        <c:axId val="1"/>
      </c:barChart>
      <c:catAx>
        <c:axId val="321102815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27.9122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21102815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de419f2c-717e-448b-b87e-a3967e3a09e9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7719138610858"/>
          <c:y val="0.0635631154879141"/>
          <c:w val="0.968456172277828"/>
          <c:h val="0.8728737690241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15.6</c:v>
                </c:pt>
                <c:pt idx="1">
                  <c:v>15.4</c:v>
                </c:pt>
                <c:pt idx="2">
                  <c:v>13</c:v>
                </c:pt>
                <c:pt idx="3">
                  <c:v>15</c:v>
                </c:pt>
              </c:numCache>
            </c:numRef>
          </c:val>
        </c:ser>
        <c:ser>
          <c:idx val="1"/>
          <c:order val="1"/>
          <c:spPr>
            <a:solidFill>
              <a:srgbClr val="C3CFE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Sheet1!$A$2:$D$2</c:f>
              <c:numCache>
                <c:formatCode>General</c:formatCode>
                <c:ptCount val="4"/>
                <c:pt idx="0">
                  <c:v>37.3</c:v>
                </c:pt>
                <c:pt idx="1">
                  <c:v>38.4</c:v>
                </c:pt>
                <c:pt idx="2">
                  <c:v>37.7</c:v>
                </c:pt>
                <c:pt idx="3">
                  <c:v>38.7</c:v>
                </c:pt>
              </c:numCache>
            </c:numRef>
          </c:val>
        </c:ser>
        <c:ser>
          <c:idx val="2"/>
          <c:order val="2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Sheet1!$A$3:$D$3</c:f>
              <c:numCache>
                <c:formatCode>General</c:formatCode>
                <c:ptCount val="4"/>
                <c:pt idx="0">
                  <c:v>33.4</c:v>
                </c:pt>
                <c:pt idx="1">
                  <c:v>32.3</c:v>
                </c:pt>
                <c:pt idx="2">
                  <c:v>35.8</c:v>
                </c:pt>
                <c:pt idx="3">
                  <c:v>35.4</c:v>
                </c:pt>
              </c:numCache>
            </c:numRef>
          </c:val>
        </c:ser>
        <c:ser>
          <c:idx val="3"/>
          <c:order val="3"/>
          <c:spPr>
            <a:solidFill>
              <a:srgbClr val="6F8DB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01790510295434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Sheet1!$A$4:$D$4</c:f>
              <c:numCache>
                <c:formatCode>General</c:formatCode>
                <c:ptCount val="4"/>
                <c:pt idx="0">
                  <c:v>11.6</c:v>
                </c:pt>
                <c:pt idx="1">
                  <c:v>11.8</c:v>
                </c:pt>
                <c:pt idx="2">
                  <c:v>9.2</c:v>
                </c:pt>
                <c:pt idx="3">
                  <c:v>9.3</c:v>
                </c:pt>
              </c:numCache>
            </c:numRef>
          </c:val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layout>
                <c:manualLayout>
                  <c:x val="0"/>
                  <c:y val="-0.00134288272157565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Sheet1!$A$5:$D$5</c:f>
              <c:numCache>
                <c:formatCode>General</c:formatCode>
                <c:ptCount val="4"/>
                <c:pt idx="0">
                  <c:v>2.19999999999999</c:v>
                </c:pt>
                <c:pt idx="1">
                  <c:v>2.1</c:v>
                </c:pt>
                <c:pt idx="2">
                  <c:v>4.2</c:v>
                </c:pt>
                <c:pt idx="3">
                  <c:v>1.69999999999999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21106175"/>
        <c:axId val="1"/>
      </c:barChart>
      <c:catAx>
        <c:axId val="321106175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.1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21106175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79722b60-bd0b-4e0c-a758-2946f64c3aa0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5548908166318"/>
          <c:y val="0.242280285035629"/>
          <c:w val="0.968890218366736"/>
          <c:h val="0.58907363420427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1638954869358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19121140142517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3847980997624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36817102137767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9596199524940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7.064</c:v>
                </c:pt>
                <c:pt idx="1">
                  <c:v>11.4324</c:v>
                </c:pt>
                <c:pt idx="2">
                  <c:v>25.8841</c:v>
                </c:pt>
                <c:pt idx="3">
                  <c:v>28.7071</c:v>
                </c:pt>
                <c:pt idx="4">
                  <c:v>11.92</c:v>
                </c:pt>
              </c:numCache>
            </c:numRef>
          </c:val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36817102137767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18052256532066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25178147268408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28266033254156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7102137767220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0">
                  <c:v>3.1849</c:v>
                </c:pt>
                <c:pt idx="1">
                  <c:v>10.4879</c:v>
                </c:pt>
                <c:pt idx="2">
                  <c:v>17.288</c:v>
                </c:pt>
                <c:pt idx="3">
                  <c:v>20.4353</c:v>
                </c:pt>
                <c:pt idx="4">
                  <c:v>9.7444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321152255"/>
        <c:axId val="1"/>
      </c:barChart>
      <c:catAx>
        <c:axId val="321152255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8.7071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21152255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bf9d8985-ccdf-4a52-bc4e-9bf1a4046463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5548908166318"/>
          <c:y val="0.262548262548263"/>
          <c:w val="0.968890218366736"/>
          <c:h val="0.55469755469755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1196911196911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16344916344916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500643500643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35778635778635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9305019305019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34.3873</c:v>
                </c:pt>
                <c:pt idx="1">
                  <c:v>46.8299</c:v>
                </c:pt>
                <c:pt idx="2">
                  <c:v>130.9065</c:v>
                </c:pt>
                <c:pt idx="3">
                  <c:v>133.9427</c:v>
                </c:pt>
                <c:pt idx="4">
                  <c:v>54.7538</c:v>
                </c:pt>
              </c:numCache>
            </c:numRef>
          </c:val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1801801801801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1299871299871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27413127413127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29086229086229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4543114543114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0">
                  <c:v>11.9179</c:v>
                </c:pt>
                <c:pt idx="1">
                  <c:v>38.877</c:v>
                </c:pt>
                <c:pt idx="2">
                  <c:v>94.2795</c:v>
                </c:pt>
                <c:pt idx="3">
                  <c:v>102.0815</c:v>
                </c:pt>
                <c:pt idx="4">
                  <c:v>42.6689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730123871"/>
        <c:axId val="1"/>
      </c:barChart>
      <c:catAx>
        <c:axId val="730123871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3.9427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730123871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40b76427-9afc-4e24-9eac-548d146bb14e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9971279629243"/>
          <c:y val="0.0419330652204166"/>
          <c:w val="0.184649301669796"/>
          <c:h val="0.91216940527741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6"/>
            </a:solidFill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6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7"/>
            <c:invertIfNegative val="0"/>
            <c:bubble3D val="0"/>
          </c:dPt>
          <c:dPt>
            <c:idx val="8"/>
            <c:invertIfNegative val="0"/>
            <c:bubble3D val="0"/>
          </c:dPt>
          <c:dPt>
            <c:idx val="9"/>
            <c:invertIfNegative val="0"/>
            <c:bubble3D val="0"/>
          </c:dPt>
          <c:dPt>
            <c:idx val="11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12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13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14"/>
            <c:invertIfNegative val="0"/>
            <c:bubble3D val="0"/>
          </c:dPt>
          <c:dLbls>
            <c:dLbl>
              <c:idx val="0"/>
              <c:layout>
                <c:manualLayout>
                  <c:x val="-0.0117225935915258"/>
                  <c:y val="8.24938505009459e-1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星愿</c:v>
                </c:pt>
                <c:pt idx="1">
                  <c:v>小米SU7</c:v>
                </c:pt>
                <c:pt idx="2">
                  <c:v>特斯拉Model 3</c:v>
                </c:pt>
                <c:pt idx="3">
                  <c:v>宏光MINIEV</c:v>
                </c:pt>
                <c:pt idx="4">
                  <c:v>小鹏M03</c:v>
                </c:pt>
                <c:pt idx="5">
                  <c:v>轩逸</c:v>
                </c:pt>
                <c:pt idx="6">
                  <c:v>凯美瑞</c:v>
                </c:pt>
                <c:pt idx="7">
                  <c:v>海豚</c:v>
                </c:pt>
                <c:pt idx="8">
                  <c:v>五菱缤果Pro</c:v>
                </c:pt>
                <c:pt idx="9">
                  <c:v>秦PLUS</c:v>
                </c:pt>
                <c:pt idx="10">
                  <c:v>MG4</c:v>
                </c:pt>
                <c:pt idx="11">
                  <c:v>迈腾</c:v>
                </c:pt>
                <c:pt idx="12">
                  <c:v>奔驰E级</c:v>
                </c:pt>
                <c:pt idx="13">
                  <c:v>宝马3系</c:v>
                </c:pt>
                <c:pt idx="14">
                  <c:v>海鸥</c:v>
                </c:pt>
              </c:strCache>
            </c:strRef>
          </c:cat>
          <c:val>
            <c:numRef>
              <c:f>Sheet1!$B$2:$B$16</c:f>
              <c:numCache>
                <c:formatCode>0.0</c:formatCode>
                <c:ptCount val="15"/>
                <c:pt idx="0">
                  <c:v>3.8373</c:v>
                </c:pt>
                <c:pt idx="1">
                  <c:v>2.3927</c:v>
                </c:pt>
                <c:pt idx="2">
                  <c:v>1.8583</c:v>
                </c:pt>
                <c:pt idx="3">
                  <c:v>1.5039</c:v>
                </c:pt>
                <c:pt idx="4">
                  <c:v>1.3847</c:v>
                </c:pt>
                <c:pt idx="5">
                  <c:v>1.3364</c:v>
                </c:pt>
                <c:pt idx="6">
                  <c:v>1.2673</c:v>
                </c:pt>
                <c:pt idx="7">
                  <c:v>1.2661</c:v>
                </c:pt>
                <c:pt idx="8">
                  <c:v>1.2258</c:v>
                </c:pt>
                <c:pt idx="9">
                  <c:v>1.215</c:v>
                </c:pt>
                <c:pt idx="10">
                  <c:v>1.184</c:v>
                </c:pt>
                <c:pt idx="11">
                  <c:v>1.058</c:v>
                </c:pt>
                <c:pt idx="12">
                  <c:v>1.0319</c:v>
                </c:pt>
                <c:pt idx="13">
                  <c:v>0.9735</c:v>
                </c:pt>
                <c:pt idx="14">
                  <c:v>0.9664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7"/>
        <c:axId val="384882944"/>
        <c:axId val="385634304"/>
      </c:barChart>
      <c:catAx>
        <c:axId val="384882944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385634304"/>
        <c:crosses val="autoZero"/>
        <c:auto val="1"/>
        <c:lblAlgn val="ctr"/>
        <c:lblOffset val="100"/>
        <c:noMultiLvlLbl val="0"/>
      </c:catAx>
      <c:valAx>
        <c:axId val="385634304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8488294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ddef476-a5e3-46c2-851b-8188a8c133f6}"/>
      </c:ext>
    </c:extLst>
  </c:chart>
  <c:spPr>
    <a:ln>
      <a:noFill/>
    </a:ln>
  </c:spPr>
  <c:txPr>
    <a:bodyPr/>
    <a:lstStyle/>
    <a:p>
      <a:pPr>
        <a:defRPr lang="zh-CN" sz="1400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5548908166318"/>
          <c:y val="0.242280285035629"/>
          <c:w val="0.968890218366736"/>
          <c:h val="0.58907363420427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36817102137767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36817102137767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3254156769596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127078384798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4.5474</c:v>
                </c:pt>
                <c:pt idx="1">
                  <c:v>41.2005</c:v>
                </c:pt>
                <c:pt idx="2">
                  <c:v>36.1765</c:v>
                </c:pt>
                <c:pt idx="3">
                  <c:v>10.843</c:v>
                </c:pt>
              </c:numCache>
            </c:numRef>
          </c:val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64133016627078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29453681710213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0641330166270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1508313539192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Sheet1!$A$2:$D$2</c:f>
              <c:numCache>
                <c:formatCode>General</c:formatCode>
                <c:ptCount val="4"/>
                <c:pt idx="0">
                  <c:v>6.492</c:v>
                </c:pt>
                <c:pt idx="1">
                  <c:v>30.7883</c:v>
                </c:pt>
                <c:pt idx="2">
                  <c:v>32.4408</c:v>
                </c:pt>
                <c:pt idx="3">
                  <c:v>12.5549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05019648"/>
        <c:axId val="1"/>
      </c:barChart>
      <c:catAx>
        <c:axId val="405019648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1.2005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05019648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0ad941dd-bf5e-4a74-bbc9-88f8a7d2bcda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5548908166318"/>
          <c:y val="0.262548262548263"/>
          <c:w val="0.968890218366736"/>
          <c:h val="0.55469755469755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34749034749034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35778635778635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1660231660231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087516087516087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22.3414</c:v>
                </c:pt>
                <c:pt idx="1">
                  <c:v>190.3309</c:v>
                </c:pt>
                <c:pt idx="2">
                  <c:v>162.4723</c:v>
                </c:pt>
                <c:pt idx="3">
                  <c:v>40.5156</c:v>
                </c:pt>
              </c:numCache>
            </c:numRef>
          </c:val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33462033462033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30115830115830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29343629343629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14157014157014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Sheet1!$A$2:$D$2</c:f>
              <c:numCache>
                <c:formatCode>General</c:formatCode>
                <c:ptCount val="4"/>
                <c:pt idx="0">
                  <c:v>22.2489</c:v>
                </c:pt>
                <c:pt idx="1">
                  <c:v>152.4263</c:v>
                </c:pt>
                <c:pt idx="2">
                  <c:v>147.0893</c:v>
                </c:pt>
                <c:pt idx="3">
                  <c:v>59.1481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05023008"/>
        <c:axId val="1"/>
      </c:barChart>
      <c:catAx>
        <c:axId val="405023008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90.3309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05023008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b387b864-b8fd-43ab-b08e-8d7c5bb9c9eb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9971279629243"/>
          <c:y val="0.0419330652204166"/>
          <c:w val="0.222288477709705"/>
          <c:h val="0.91216940527741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6"/>
            </a:solidFill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</c:dPt>
          <c:dPt>
            <c:idx val="7"/>
            <c:invertIfNegative val="0"/>
            <c:bubble3D val="0"/>
          </c:dPt>
          <c:dPt>
            <c:idx val="8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9"/>
            <c:invertIfNegative val="0"/>
            <c:bubble3D val="0"/>
          </c:dPt>
          <c:dPt>
            <c:idx val="10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11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13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14"/>
            <c:invertIfNegative val="0"/>
            <c:bubble3D val="0"/>
          </c:dPt>
          <c:dLbls>
            <c:dLbl>
              <c:idx val="0"/>
              <c:layout>
                <c:manualLayout>
                  <c:x val="-0.0117225935915258"/>
                  <c:y val="8.24938505009459e-1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特斯拉Model Y</c:v>
                </c:pt>
                <c:pt idx="1">
                  <c:v>零跑A10</c:v>
                </c:pt>
                <c:pt idx="2">
                  <c:v>理想i6</c:v>
                </c:pt>
                <c:pt idx="3">
                  <c:v>海狮06</c:v>
                </c:pt>
                <c:pt idx="4">
                  <c:v>问界M6</c:v>
                </c:pt>
                <c:pt idx="5">
                  <c:v>元UP</c:v>
                </c:pt>
                <c:pt idx="6">
                  <c:v>宋Pro</c:v>
                </c:pt>
                <c:pt idx="7">
                  <c:v>启源Q05</c:v>
                </c:pt>
                <c:pt idx="8">
                  <c:v>缤越</c:v>
                </c:pt>
                <c:pt idx="9">
                  <c:v>钛7</c:v>
                </c:pt>
                <c:pt idx="10">
                  <c:v>卡罗拉锐放</c:v>
                </c:pt>
                <c:pt idx="11">
                  <c:v>锋兰达</c:v>
                </c:pt>
                <c:pt idx="12">
                  <c:v>蔚来ES8</c:v>
                </c:pt>
                <c:pt idx="13">
                  <c:v>星越L</c:v>
                </c:pt>
                <c:pt idx="14">
                  <c:v>深蓝S05</c:v>
                </c:pt>
              </c:strCache>
            </c:strRef>
          </c:cat>
          <c:val>
            <c:numRef>
              <c:f>Sheet1!$B$2:$B$16</c:f>
              <c:numCache>
                <c:formatCode>0.0</c:formatCode>
                <c:ptCount val="15"/>
                <c:pt idx="0">
                  <c:v>2.5108</c:v>
                </c:pt>
                <c:pt idx="1">
                  <c:v>2.1432</c:v>
                </c:pt>
                <c:pt idx="2">
                  <c:v>2.0808</c:v>
                </c:pt>
                <c:pt idx="3">
                  <c:v>1.9188</c:v>
                </c:pt>
                <c:pt idx="4">
                  <c:v>1.8444</c:v>
                </c:pt>
                <c:pt idx="5">
                  <c:v>1.6894</c:v>
                </c:pt>
                <c:pt idx="6">
                  <c:v>1.5204</c:v>
                </c:pt>
                <c:pt idx="7">
                  <c:v>1.4508</c:v>
                </c:pt>
                <c:pt idx="8">
                  <c:v>1.44</c:v>
                </c:pt>
                <c:pt idx="9">
                  <c:v>1.4295</c:v>
                </c:pt>
                <c:pt idx="10">
                  <c:v>1.2307</c:v>
                </c:pt>
                <c:pt idx="11">
                  <c:v>1.1907</c:v>
                </c:pt>
                <c:pt idx="12">
                  <c:v>1.1661</c:v>
                </c:pt>
                <c:pt idx="13">
                  <c:v>1.1277</c:v>
                </c:pt>
                <c:pt idx="14">
                  <c:v>1.116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7"/>
        <c:axId val="384882944"/>
        <c:axId val="385634304"/>
      </c:barChart>
      <c:catAx>
        <c:axId val="384882944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385634304"/>
        <c:crosses val="autoZero"/>
        <c:auto val="1"/>
        <c:lblAlgn val="ctr"/>
        <c:lblOffset val="100"/>
        <c:noMultiLvlLbl val="0"/>
      </c:catAx>
      <c:valAx>
        <c:axId val="385634304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8488294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1048715-f62d-45fa-b1a8-2fe494ed977b}"/>
      </c:ext>
    </c:extLst>
  </c:chart>
  <c:spPr>
    <a:ln>
      <a:noFill/>
    </a:ln>
  </c:spPr>
  <c:txPr>
    <a:bodyPr/>
    <a:lstStyle/>
    <a:p>
      <a:pPr>
        <a:defRPr lang="zh-CN" sz="1400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5548908166318"/>
          <c:y val="0.242280285035629"/>
          <c:w val="0.968890218366736"/>
          <c:h val="0.58907363420427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3657957244655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24940617577197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6817102137767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1.9693</c:v>
                </c:pt>
                <c:pt idx="1">
                  <c:v>0.6317</c:v>
                </c:pt>
                <c:pt idx="2">
                  <c:v>7.0044</c:v>
                </c:pt>
              </c:numCache>
            </c:numRef>
          </c:val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47505938242280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29691211401425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28741092636579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0.9099</c:v>
                </c:pt>
                <c:pt idx="1">
                  <c:v>0.6918</c:v>
                </c:pt>
                <c:pt idx="2">
                  <c:v>5.077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995349104"/>
        <c:axId val="1"/>
      </c:barChart>
      <c:catAx>
        <c:axId val="1995349104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.0044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995349104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5f184128-7c22-4c8c-8b6b-832a9f2b2e29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155548908166318"/>
          <c:y val="0.262548262548263"/>
          <c:w val="0.968890218366736"/>
          <c:h val="0.55469755469755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4543114543114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296010296010296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5778635778635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9.9926</c:v>
                </c:pt>
                <c:pt idx="1">
                  <c:v>3.4489</c:v>
                </c:pt>
                <c:pt idx="2">
                  <c:v>31.4972</c:v>
                </c:pt>
              </c:numCache>
            </c:numRef>
          </c:val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051480051480051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04504504504504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-0.30501930501930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none" lIns="38100" tIns="19050" rIns="38100" bIns="19050" anchor="ctr" anchorCtr="1"/>
                <a:lstStyle/>
                <a:p>
                  <a:pPr>
                    <a:defRPr lang="zh-CN" sz="1000" b="0" i="0" u="none" strike="noStrike" kern="1200" baseline="0">
                      <a:solidFill>
                        <a:srgbClr val="00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微软雅黑" panose="020B0503020204020204" pitchFamily="34" charset="-122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4.7073</c:v>
                </c:pt>
                <c:pt idx="1">
                  <c:v>4.3464</c:v>
                </c:pt>
                <c:pt idx="2">
                  <c:v>25.5034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05021568"/>
        <c:axId val="1"/>
      </c:barChart>
      <c:catAx>
        <c:axId val="405021568"/>
        <c:scaling>
          <c:orientation val="minMax"/>
        </c:scaling>
        <c:delete val="0"/>
        <c:axPos val="b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majorTickMark val="none"/>
        <c:minorTickMark val="none"/>
        <c:tickLblPos val="none"/>
        <c:spPr>
          <a:ln w="9525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1.4972"/>
          <c:min val="0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05021568"/>
        <c:crosses val="min"/>
        <c:crossBetween val="between"/>
      </c:valAx>
    </c:plotArea>
    <c:plotVisOnly val="0"/>
    <c:dispBlanksAs val="gap"/>
    <c:showDLblsOverMax val="1"/>
    <c:extLst>
      <c:ext uri="{0b15fc19-7d7d-44ad-8c2d-2c3a37ce22c3}">
        <chartProps xmlns="https://web.wps.cn/et/2018/main" chartId="{ccc27c3d-5754-492d-8d8a-73b34fd005c8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9971279629243"/>
          <c:y val="0.0419330652204166"/>
          <c:w val="0.192177136877778"/>
          <c:h val="0.91216940527741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6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</c:dPt>
          <c:dPt>
            <c:idx val="7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9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10"/>
            <c:invertIfNegative val="0"/>
            <c:bubble3D val="0"/>
            <c:spPr>
              <a:solidFill>
                <a:schemeClr val="accent1"/>
              </a:solidFill>
            </c:spPr>
          </c:dPt>
          <c:dPt>
            <c:idx val="11"/>
            <c:invertIfNegative val="0"/>
            <c:bubble3D val="0"/>
          </c:dPt>
          <c:dPt>
            <c:idx val="12"/>
            <c:invertIfNegative val="0"/>
            <c:bubble3D val="0"/>
          </c:dPt>
          <c:dPt>
            <c:idx val="14"/>
            <c:invertIfNegative val="0"/>
            <c:bubble3D val="0"/>
            <c:spPr>
              <a:solidFill>
                <a:schemeClr val="accent1"/>
              </a:solidFill>
            </c:spPr>
          </c:dPt>
          <c:dLbls>
            <c:dLbl>
              <c:idx val="0"/>
              <c:layout>
                <c:manualLayout>
                  <c:x val="-0.0117225935915258"/>
                  <c:y val="8.24938505009459e-1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Sheet1!$A$2:$A$16</c:f>
              <c:strCache>
                <c:ptCount val="15"/>
                <c:pt idx="0">
                  <c:v>赛那</c:v>
                </c:pt>
                <c:pt idx="1">
                  <c:v>别克GL8</c:v>
                </c:pt>
                <c:pt idx="2">
                  <c:v>高山</c:v>
                </c:pt>
                <c:pt idx="3">
                  <c:v>星光730</c:v>
                </c:pt>
                <c:pt idx="4">
                  <c:v>格瑞维亚</c:v>
                </c:pt>
                <c:pt idx="5">
                  <c:v>腾势D9</c:v>
                </c:pt>
                <c:pt idx="6">
                  <c:v>五菱宏光</c:v>
                </c:pt>
                <c:pt idx="7">
                  <c:v>传祺M8</c:v>
                </c:pt>
                <c:pt idx="8">
                  <c:v>岚图梦想家</c:v>
                </c:pt>
                <c:pt idx="9">
                  <c:v>五菱宏光V</c:v>
                </c:pt>
                <c:pt idx="10">
                  <c:v>五菱宏光S</c:v>
                </c:pt>
                <c:pt idx="11">
                  <c:v>极氪009</c:v>
                </c:pt>
                <c:pt idx="12">
                  <c:v>小鹏X9</c:v>
                </c:pt>
                <c:pt idx="13">
                  <c:v>传祺E8</c:v>
                </c:pt>
                <c:pt idx="14">
                  <c:v>传祺M6</c:v>
                </c:pt>
              </c:strCache>
            </c:strRef>
          </c:cat>
          <c:val>
            <c:numRef>
              <c:f>Sheet1!$B$2:$B$16</c:f>
              <c:numCache>
                <c:formatCode>0.0</c:formatCode>
                <c:ptCount val="15"/>
                <c:pt idx="0">
                  <c:v>0.7702</c:v>
                </c:pt>
                <c:pt idx="1">
                  <c:v>0.5178</c:v>
                </c:pt>
                <c:pt idx="2">
                  <c:v>0.507</c:v>
                </c:pt>
                <c:pt idx="3">
                  <c:v>0.4679</c:v>
                </c:pt>
                <c:pt idx="4">
                  <c:v>0.4559</c:v>
                </c:pt>
                <c:pt idx="5">
                  <c:v>0.433</c:v>
                </c:pt>
                <c:pt idx="6">
                  <c:v>0.385</c:v>
                </c:pt>
                <c:pt idx="7">
                  <c:v>0.3844</c:v>
                </c:pt>
                <c:pt idx="8">
                  <c:v>0.3839</c:v>
                </c:pt>
                <c:pt idx="9">
                  <c:v>0.2587</c:v>
                </c:pt>
                <c:pt idx="10">
                  <c:v>0.1804</c:v>
                </c:pt>
                <c:pt idx="11">
                  <c:v>0.1703</c:v>
                </c:pt>
                <c:pt idx="12">
                  <c:v>0.1564</c:v>
                </c:pt>
                <c:pt idx="13">
                  <c:v>0.1488</c:v>
                </c:pt>
                <c:pt idx="14">
                  <c:v>0.1221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7"/>
        <c:axId val="384882944"/>
        <c:axId val="385634304"/>
      </c:barChart>
      <c:catAx>
        <c:axId val="384882944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385634304"/>
        <c:crosses val="autoZero"/>
        <c:auto val="1"/>
        <c:lblAlgn val="ctr"/>
        <c:lblOffset val="100"/>
        <c:noMultiLvlLbl val="0"/>
      </c:catAx>
      <c:valAx>
        <c:axId val="385634304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384882944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16dc4257-ba36-457c-9f98-1825b8b7f3f6}"/>
      </c:ext>
    </c:extLst>
  </c:chart>
  <c:spPr>
    <a:ln>
      <a:noFill/>
    </a:ln>
  </c:spPr>
  <c:txPr>
    <a:bodyPr/>
    <a:lstStyle/>
    <a:p>
      <a:pPr>
        <a:defRPr lang="zh-CN" sz="1400"/>
      </a:pPr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64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565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4392EF-4F35-4DFB-B89C-DB51C7191D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66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9567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049568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569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4ED18-941A-4DFF-B99C-E139777BDC1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48BF81-5E7B-4C8A-9FD2-46F29AAB516C}" type="slidenum">
              <a:rPr lang="zh-CN" altLang="en-US" smtClean="0"/>
            </a:fld>
            <a:endParaRPr lang="zh-CN" altLang="en-US"/>
          </a:p>
        </p:txBody>
      </p:sp>
      <p:sp>
        <p:nvSpPr>
          <p:cNvPr id="1048578" name="矩形 3"/>
          <p:cNvSpPr/>
          <p:nvPr/>
        </p:nvSpPr>
        <p:spPr>
          <a:xfrm>
            <a:off x="635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3145728" name="直接连接符 4"/>
          <p:cNvCxnSpPr/>
          <p:nvPr/>
        </p:nvCxnSpPr>
        <p:spPr>
          <a:xfrm>
            <a:off x="2491105" y="2586990"/>
            <a:ext cx="7396480" cy="0"/>
          </a:xfrm>
          <a:prstGeom prst="line">
            <a:avLst/>
          </a:prstGeom>
          <a:ln w="28575">
            <a:solidFill>
              <a:srgbClr val="2A4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79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3233678" y="3107893"/>
            <a:ext cx="5724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ctr">
              <a:buNone/>
              <a:defRPr kumimoji="0" lang="zh-CN" altLang="en-US" sz="36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580" name="文本占位符 13"/>
          <p:cNvSpPr>
            <a:spLocks noGrp="1"/>
          </p:cNvSpPr>
          <p:nvPr>
            <p:ph type="body" sz="quarter" idx="12"/>
          </p:nvPr>
        </p:nvSpPr>
        <p:spPr>
          <a:xfrm>
            <a:off x="4618673" y="5790889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marL="0" algn="ctr">
              <a:buNone/>
              <a:defRPr kumimoji="0" lang="zh-CN" altLang="en-US" sz="1800" b="0" i="0" u="none" strike="noStrike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buNone/>
            </a:lvl2pPr>
          </a:lstStyle>
          <a:p>
            <a:pPr marL="228600" lvl="0" indent="-228600" algn="ctr">
              <a:lnSpc>
                <a:spcPct val="100000"/>
              </a:lnSpc>
              <a:spcBef>
                <a:spcPts val="0"/>
              </a:spcBef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pic>
        <p:nvPicPr>
          <p:cNvPr id="209715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43592" y="950136"/>
            <a:ext cx="4904816" cy="10642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319673" y="6507843"/>
            <a:ext cx="410215" cy="233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8BF81-5E7B-4C8A-9FD2-46F29AAB516C}" type="slidenum">
              <a:rPr lang="zh-CN" altLang="en-US" smtClean="0"/>
            </a:fld>
            <a:endParaRPr lang="zh-CN" altLang="en-US"/>
          </a:p>
        </p:txBody>
      </p:sp>
      <p:cxnSp>
        <p:nvCxnSpPr>
          <p:cNvPr id="3145729" name="直接连接符 4"/>
          <p:cNvCxnSpPr/>
          <p:nvPr/>
        </p:nvCxnSpPr>
        <p:spPr>
          <a:xfrm>
            <a:off x="462111" y="815098"/>
            <a:ext cx="11267777" cy="0"/>
          </a:xfrm>
          <a:prstGeom prst="line">
            <a:avLst/>
          </a:prstGeom>
          <a:ln>
            <a:solidFill>
              <a:srgbClr val="2A4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4" name="图片 6" descr="b44c0ef76cbe0a8e48137c40549c38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175" y="0"/>
            <a:ext cx="2329180" cy="774065"/>
          </a:xfrm>
          <a:prstGeom prst="rect">
            <a:avLst/>
          </a:prstGeom>
        </p:spPr>
      </p:pic>
      <p:cxnSp>
        <p:nvCxnSpPr>
          <p:cNvPr id="3145730" name="直接连接符 7"/>
          <p:cNvCxnSpPr/>
          <p:nvPr/>
        </p:nvCxnSpPr>
        <p:spPr>
          <a:xfrm>
            <a:off x="462111" y="815098"/>
            <a:ext cx="11267777" cy="0"/>
          </a:xfrm>
          <a:prstGeom prst="line">
            <a:avLst/>
          </a:prstGeom>
          <a:ln>
            <a:solidFill>
              <a:srgbClr val="2A4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5" name="图片 8" descr="b44c0ef76cbe0a8e48137c40549c38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175" y="0"/>
            <a:ext cx="2329180" cy="774065"/>
          </a:xfrm>
          <a:prstGeom prst="rect">
            <a:avLst/>
          </a:prstGeom>
        </p:spPr>
      </p:pic>
      <p:pic>
        <p:nvPicPr>
          <p:cNvPr id="2097156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"/>
            <a:ext cx="12192000" cy="6854574"/>
          </a:xfrm>
          <a:prstGeom prst="rect">
            <a:avLst/>
          </a:prstGeom>
        </p:spPr>
      </p:pic>
      <p:sp>
        <p:nvSpPr>
          <p:cNvPr id="1048584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3468688" y="2968970"/>
            <a:ext cx="7851775" cy="920060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lnSpc>
                <a:spcPct val="200000"/>
              </a:lnSpc>
              <a:spcBef>
                <a:spcPts val="0"/>
              </a:spcBef>
              <a:buFontTx/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标题占位符 1"/>
          <p:cNvSpPr>
            <a:spLocks noGrp="1"/>
          </p:cNvSpPr>
          <p:nvPr>
            <p:ph type="title"/>
          </p:nvPr>
        </p:nvSpPr>
        <p:spPr>
          <a:xfrm>
            <a:off x="462110" y="416447"/>
            <a:ext cx="11267777" cy="400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cxnSp>
        <p:nvCxnSpPr>
          <p:cNvPr id="3145733" name="直接连接符 4"/>
          <p:cNvCxnSpPr/>
          <p:nvPr/>
        </p:nvCxnSpPr>
        <p:spPr>
          <a:xfrm>
            <a:off x="462111" y="815098"/>
            <a:ext cx="11267777" cy="0"/>
          </a:xfrm>
          <a:prstGeom prst="line">
            <a:avLst/>
          </a:prstGeom>
          <a:ln>
            <a:solidFill>
              <a:srgbClr val="2A4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34" name="直接连接符 7"/>
          <p:cNvCxnSpPr/>
          <p:nvPr/>
        </p:nvCxnSpPr>
        <p:spPr>
          <a:xfrm>
            <a:off x="462111" y="815098"/>
            <a:ext cx="11267777" cy="0"/>
          </a:xfrm>
          <a:prstGeom prst="line">
            <a:avLst/>
          </a:prstGeom>
          <a:ln>
            <a:solidFill>
              <a:srgbClr val="2A41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41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2110" y="854745"/>
            <a:ext cx="11268001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n"/>
              <a:defRPr sz="1600"/>
            </a:lvl1pPr>
            <a:lvl2pPr>
              <a:buNone/>
            </a:lvl2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48642" name="灯片编号占位符 1"/>
          <p:cNvSpPr txBox="1"/>
          <p:nvPr/>
        </p:nvSpPr>
        <p:spPr>
          <a:xfrm>
            <a:off x="10903225" y="6510244"/>
            <a:ext cx="826885" cy="268243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algn="r" defTabSz="685800" fontAlgn="base">
              <a:spcBef>
                <a:spcPct val="0"/>
              </a:spcBef>
              <a:spcAft>
                <a:spcPct val="0"/>
              </a:spcAft>
            </a:pPr>
            <a:fld id="{DC9375E8-3A2E-47A1-B0F1-82F0E4135C64}" type="slidenum">
              <a:rPr lang="zh-CN" altLang="en-US" sz="120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</a:rPr>
            </a:fld>
            <a:endParaRPr lang="zh-CN" altLang="en-US" sz="12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</a:endParaRPr>
          </a:p>
        </p:txBody>
      </p:sp>
      <p:pic>
        <p:nvPicPr>
          <p:cNvPr id="2097162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8388" y="298094"/>
            <a:ext cx="2111499" cy="4581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5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319673" y="6507843"/>
            <a:ext cx="410215" cy="233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8BF81-5E7B-4C8A-9FD2-46F29AAB516C}" type="slidenum">
              <a:rPr lang="zh-CN" altLang="en-US" smtClean="0"/>
            </a:fld>
            <a:endParaRPr lang="zh-CN" altLang="en-US"/>
          </a:p>
        </p:txBody>
      </p:sp>
      <p:sp>
        <p:nvSpPr>
          <p:cNvPr id="1049555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A41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2097218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08067" y="2619448"/>
            <a:ext cx="5775867" cy="125366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vmlDrawing" Target="../drawings/vmlDrawing1.vml"/><Relationship Id="rId7" Type="http://schemas.openxmlformats.org/officeDocument/2006/relationships/image" Target="../media/image5.emf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对象 1" hidden="1"/>
          <p:cNvGraphicFramePr/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6" imgW="5715" imgH="5715" progId="TCLayout.ActiveDocument.1">
                  <p:embed/>
                </p:oleObj>
              </mc:Choice>
              <mc:Fallback>
                <p:oleObj name="think-cell 幻灯片" r:id="rId6" imgW="5715" imgH="5715" progId="TCLayout.ActiveDocument.1">
                  <p:embed/>
                  <p:pic>
                    <p:nvPicPr>
                      <p:cNvPr id="0" name="对象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57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319673" y="6507843"/>
            <a:ext cx="410215" cy="233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8BF81-5E7B-4C8A-9FD2-46F29AAB516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0" Type="http://schemas.openxmlformats.org/officeDocument/2006/relationships/vmlDrawing" Target="../drawings/vmlDrawing2.vml"/><Relationship Id="rId8" Type="http://schemas.openxmlformats.org/officeDocument/2006/relationships/tags" Target="../tags/tag4.xml"/><Relationship Id="rId79" Type="http://schemas.openxmlformats.org/officeDocument/2006/relationships/slideLayout" Target="../slideLayouts/slideLayout3.xml"/><Relationship Id="rId78" Type="http://schemas.openxmlformats.org/officeDocument/2006/relationships/themeOverride" Target="../theme/themeOverride1.xml"/><Relationship Id="rId77" Type="http://schemas.openxmlformats.org/officeDocument/2006/relationships/tags" Target="../tags/tag73.xml"/><Relationship Id="rId76" Type="http://schemas.openxmlformats.org/officeDocument/2006/relationships/tags" Target="../tags/tag72.xml"/><Relationship Id="rId75" Type="http://schemas.openxmlformats.org/officeDocument/2006/relationships/tags" Target="../tags/tag71.xml"/><Relationship Id="rId74" Type="http://schemas.openxmlformats.org/officeDocument/2006/relationships/tags" Target="../tags/tag70.xml"/><Relationship Id="rId73" Type="http://schemas.openxmlformats.org/officeDocument/2006/relationships/tags" Target="../tags/tag69.xml"/><Relationship Id="rId72" Type="http://schemas.openxmlformats.org/officeDocument/2006/relationships/tags" Target="../tags/tag68.xml"/><Relationship Id="rId71" Type="http://schemas.openxmlformats.org/officeDocument/2006/relationships/tags" Target="../tags/tag67.xml"/><Relationship Id="rId70" Type="http://schemas.openxmlformats.org/officeDocument/2006/relationships/tags" Target="../tags/tag66.xml"/><Relationship Id="rId7" Type="http://schemas.openxmlformats.org/officeDocument/2006/relationships/tags" Target="../tags/tag3.xml"/><Relationship Id="rId69" Type="http://schemas.openxmlformats.org/officeDocument/2006/relationships/tags" Target="../tags/tag65.xml"/><Relationship Id="rId68" Type="http://schemas.openxmlformats.org/officeDocument/2006/relationships/tags" Target="../tags/tag64.xml"/><Relationship Id="rId67" Type="http://schemas.openxmlformats.org/officeDocument/2006/relationships/tags" Target="../tags/tag63.xml"/><Relationship Id="rId66" Type="http://schemas.openxmlformats.org/officeDocument/2006/relationships/tags" Target="../tags/tag62.xml"/><Relationship Id="rId65" Type="http://schemas.openxmlformats.org/officeDocument/2006/relationships/tags" Target="../tags/tag61.xml"/><Relationship Id="rId64" Type="http://schemas.openxmlformats.org/officeDocument/2006/relationships/tags" Target="../tags/tag60.xml"/><Relationship Id="rId63" Type="http://schemas.openxmlformats.org/officeDocument/2006/relationships/tags" Target="../tags/tag59.xml"/><Relationship Id="rId62" Type="http://schemas.openxmlformats.org/officeDocument/2006/relationships/tags" Target="../tags/tag58.xml"/><Relationship Id="rId61" Type="http://schemas.openxmlformats.org/officeDocument/2006/relationships/tags" Target="../tags/tag57.xml"/><Relationship Id="rId60" Type="http://schemas.openxmlformats.org/officeDocument/2006/relationships/tags" Target="../tags/tag56.xml"/><Relationship Id="rId6" Type="http://schemas.openxmlformats.org/officeDocument/2006/relationships/image" Target="../media/image6.emf"/><Relationship Id="rId59" Type="http://schemas.openxmlformats.org/officeDocument/2006/relationships/tags" Target="../tags/tag55.xml"/><Relationship Id="rId58" Type="http://schemas.openxmlformats.org/officeDocument/2006/relationships/tags" Target="../tags/tag54.xml"/><Relationship Id="rId57" Type="http://schemas.openxmlformats.org/officeDocument/2006/relationships/tags" Target="../tags/tag53.xml"/><Relationship Id="rId56" Type="http://schemas.openxmlformats.org/officeDocument/2006/relationships/tags" Target="../tags/tag52.xml"/><Relationship Id="rId55" Type="http://schemas.openxmlformats.org/officeDocument/2006/relationships/tags" Target="../tags/tag51.xml"/><Relationship Id="rId54" Type="http://schemas.openxmlformats.org/officeDocument/2006/relationships/tags" Target="../tags/tag50.xml"/><Relationship Id="rId53" Type="http://schemas.openxmlformats.org/officeDocument/2006/relationships/tags" Target="../tags/tag49.xml"/><Relationship Id="rId52" Type="http://schemas.openxmlformats.org/officeDocument/2006/relationships/tags" Target="../tags/tag48.xml"/><Relationship Id="rId51" Type="http://schemas.openxmlformats.org/officeDocument/2006/relationships/tags" Target="../tags/tag47.xml"/><Relationship Id="rId50" Type="http://schemas.openxmlformats.org/officeDocument/2006/relationships/tags" Target="../tags/tag46.xml"/><Relationship Id="rId5" Type="http://schemas.openxmlformats.org/officeDocument/2006/relationships/oleObject" Target="../embeddings/oleObject2.bin"/><Relationship Id="rId49" Type="http://schemas.openxmlformats.org/officeDocument/2006/relationships/tags" Target="../tags/tag45.xml"/><Relationship Id="rId48" Type="http://schemas.openxmlformats.org/officeDocument/2006/relationships/tags" Target="../tags/tag44.xml"/><Relationship Id="rId47" Type="http://schemas.openxmlformats.org/officeDocument/2006/relationships/tags" Target="../tags/tag43.xml"/><Relationship Id="rId46" Type="http://schemas.openxmlformats.org/officeDocument/2006/relationships/tags" Target="../tags/tag42.xml"/><Relationship Id="rId45" Type="http://schemas.openxmlformats.org/officeDocument/2006/relationships/tags" Target="../tags/tag41.xml"/><Relationship Id="rId44" Type="http://schemas.openxmlformats.org/officeDocument/2006/relationships/tags" Target="../tags/tag40.xml"/><Relationship Id="rId43" Type="http://schemas.openxmlformats.org/officeDocument/2006/relationships/tags" Target="../tags/tag39.xml"/><Relationship Id="rId42" Type="http://schemas.openxmlformats.org/officeDocument/2006/relationships/tags" Target="../tags/tag38.xml"/><Relationship Id="rId41" Type="http://schemas.openxmlformats.org/officeDocument/2006/relationships/tags" Target="../tags/tag37.xml"/><Relationship Id="rId40" Type="http://schemas.openxmlformats.org/officeDocument/2006/relationships/tags" Target="../tags/tag36.xml"/><Relationship Id="rId4" Type="http://schemas.openxmlformats.org/officeDocument/2006/relationships/tags" Target="../tags/tag2.xml"/><Relationship Id="rId39" Type="http://schemas.openxmlformats.org/officeDocument/2006/relationships/tags" Target="../tags/tag35.xml"/><Relationship Id="rId38" Type="http://schemas.openxmlformats.org/officeDocument/2006/relationships/tags" Target="../tags/tag34.xml"/><Relationship Id="rId37" Type="http://schemas.openxmlformats.org/officeDocument/2006/relationships/tags" Target="../tags/tag33.xml"/><Relationship Id="rId36" Type="http://schemas.openxmlformats.org/officeDocument/2006/relationships/tags" Target="../tags/tag32.xml"/><Relationship Id="rId35" Type="http://schemas.openxmlformats.org/officeDocument/2006/relationships/tags" Target="../tags/tag31.xml"/><Relationship Id="rId34" Type="http://schemas.openxmlformats.org/officeDocument/2006/relationships/tags" Target="../tags/tag30.xml"/><Relationship Id="rId33" Type="http://schemas.openxmlformats.org/officeDocument/2006/relationships/tags" Target="../tags/tag29.xml"/><Relationship Id="rId32" Type="http://schemas.openxmlformats.org/officeDocument/2006/relationships/tags" Target="../tags/tag28.xml"/><Relationship Id="rId31" Type="http://schemas.openxmlformats.org/officeDocument/2006/relationships/tags" Target="../tags/tag27.xml"/><Relationship Id="rId30" Type="http://schemas.openxmlformats.org/officeDocument/2006/relationships/tags" Target="../tags/tag26.xml"/><Relationship Id="rId3" Type="http://schemas.openxmlformats.org/officeDocument/2006/relationships/chart" Target="../charts/chart3.xml"/><Relationship Id="rId29" Type="http://schemas.openxmlformats.org/officeDocument/2006/relationships/tags" Target="../tags/tag25.xml"/><Relationship Id="rId28" Type="http://schemas.openxmlformats.org/officeDocument/2006/relationships/tags" Target="../tags/tag24.xml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chart" Target="../charts/chart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92" Type="http://schemas.openxmlformats.org/officeDocument/2006/relationships/vmlDrawing" Target="../drawings/vmlDrawing3.vml"/><Relationship Id="rId91" Type="http://schemas.openxmlformats.org/officeDocument/2006/relationships/slideLayout" Target="../slideLayouts/slideLayout3.xml"/><Relationship Id="rId90" Type="http://schemas.openxmlformats.org/officeDocument/2006/relationships/tags" Target="../tags/tag158.xml"/><Relationship Id="rId9" Type="http://schemas.openxmlformats.org/officeDocument/2006/relationships/tags" Target="../tags/tag77.xml"/><Relationship Id="rId89" Type="http://schemas.openxmlformats.org/officeDocument/2006/relationships/tags" Target="../tags/tag157.xml"/><Relationship Id="rId88" Type="http://schemas.openxmlformats.org/officeDocument/2006/relationships/tags" Target="../tags/tag156.xml"/><Relationship Id="rId87" Type="http://schemas.openxmlformats.org/officeDocument/2006/relationships/tags" Target="../tags/tag155.xml"/><Relationship Id="rId86" Type="http://schemas.openxmlformats.org/officeDocument/2006/relationships/tags" Target="../tags/tag154.xml"/><Relationship Id="rId85" Type="http://schemas.openxmlformats.org/officeDocument/2006/relationships/tags" Target="../tags/tag153.xml"/><Relationship Id="rId84" Type="http://schemas.openxmlformats.org/officeDocument/2006/relationships/tags" Target="../tags/tag152.xml"/><Relationship Id="rId83" Type="http://schemas.openxmlformats.org/officeDocument/2006/relationships/tags" Target="../tags/tag151.xml"/><Relationship Id="rId82" Type="http://schemas.openxmlformats.org/officeDocument/2006/relationships/tags" Target="../tags/tag150.xml"/><Relationship Id="rId81" Type="http://schemas.openxmlformats.org/officeDocument/2006/relationships/tags" Target="../tags/tag149.xml"/><Relationship Id="rId80" Type="http://schemas.openxmlformats.org/officeDocument/2006/relationships/tags" Target="../tags/tag148.xml"/><Relationship Id="rId8" Type="http://schemas.openxmlformats.org/officeDocument/2006/relationships/tags" Target="../tags/tag76.xml"/><Relationship Id="rId79" Type="http://schemas.openxmlformats.org/officeDocument/2006/relationships/tags" Target="../tags/tag147.xml"/><Relationship Id="rId78" Type="http://schemas.openxmlformats.org/officeDocument/2006/relationships/tags" Target="../tags/tag146.xml"/><Relationship Id="rId77" Type="http://schemas.openxmlformats.org/officeDocument/2006/relationships/tags" Target="../tags/tag145.xml"/><Relationship Id="rId76" Type="http://schemas.openxmlformats.org/officeDocument/2006/relationships/tags" Target="../tags/tag144.xml"/><Relationship Id="rId75" Type="http://schemas.openxmlformats.org/officeDocument/2006/relationships/tags" Target="../tags/tag143.xml"/><Relationship Id="rId74" Type="http://schemas.openxmlformats.org/officeDocument/2006/relationships/tags" Target="../tags/tag142.xml"/><Relationship Id="rId73" Type="http://schemas.openxmlformats.org/officeDocument/2006/relationships/tags" Target="../tags/tag141.xml"/><Relationship Id="rId72" Type="http://schemas.openxmlformats.org/officeDocument/2006/relationships/tags" Target="../tags/tag140.xml"/><Relationship Id="rId71" Type="http://schemas.openxmlformats.org/officeDocument/2006/relationships/tags" Target="../tags/tag139.xml"/><Relationship Id="rId70" Type="http://schemas.openxmlformats.org/officeDocument/2006/relationships/tags" Target="../tags/tag138.xml"/><Relationship Id="rId7" Type="http://schemas.openxmlformats.org/officeDocument/2006/relationships/tags" Target="../tags/tag75.xml"/><Relationship Id="rId69" Type="http://schemas.openxmlformats.org/officeDocument/2006/relationships/tags" Target="../tags/tag137.xml"/><Relationship Id="rId68" Type="http://schemas.openxmlformats.org/officeDocument/2006/relationships/tags" Target="../tags/tag136.xml"/><Relationship Id="rId67" Type="http://schemas.openxmlformats.org/officeDocument/2006/relationships/tags" Target="../tags/tag135.xml"/><Relationship Id="rId66" Type="http://schemas.openxmlformats.org/officeDocument/2006/relationships/tags" Target="../tags/tag134.xml"/><Relationship Id="rId65" Type="http://schemas.openxmlformats.org/officeDocument/2006/relationships/tags" Target="../tags/tag133.xml"/><Relationship Id="rId64" Type="http://schemas.openxmlformats.org/officeDocument/2006/relationships/tags" Target="../tags/tag132.xml"/><Relationship Id="rId63" Type="http://schemas.openxmlformats.org/officeDocument/2006/relationships/tags" Target="../tags/tag131.xml"/><Relationship Id="rId62" Type="http://schemas.openxmlformats.org/officeDocument/2006/relationships/tags" Target="../tags/tag130.xml"/><Relationship Id="rId61" Type="http://schemas.openxmlformats.org/officeDocument/2006/relationships/tags" Target="../tags/tag129.xml"/><Relationship Id="rId60" Type="http://schemas.openxmlformats.org/officeDocument/2006/relationships/tags" Target="../tags/tag128.xml"/><Relationship Id="rId6" Type="http://schemas.openxmlformats.org/officeDocument/2006/relationships/image" Target="../media/image6.emf"/><Relationship Id="rId59" Type="http://schemas.openxmlformats.org/officeDocument/2006/relationships/tags" Target="../tags/tag127.xml"/><Relationship Id="rId58" Type="http://schemas.openxmlformats.org/officeDocument/2006/relationships/tags" Target="../tags/tag126.xml"/><Relationship Id="rId57" Type="http://schemas.openxmlformats.org/officeDocument/2006/relationships/tags" Target="../tags/tag125.xml"/><Relationship Id="rId56" Type="http://schemas.openxmlformats.org/officeDocument/2006/relationships/tags" Target="../tags/tag124.xml"/><Relationship Id="rId55" Type="http://schemas.openxmlformats.org/officeDocument/2006/relationships/tags" Target="../tags/tag123.xml"/><Relationship Id="rId54" Type="http://schemas.openxmlformats.org/officeDocument/2006/relationships/tags" Target="../tags/tag122.xml"/><Relationship Id="rId53" Type="http://schemas.openxmlformats.org/officeDocument/2006/relationships/tags" Target="../tags/tag121.xml"/><Relationship Id="rId52" Type="http://schemas.openxmlformats.org/officeDocument/2006/relationships/tags" Target="../tags/tag120.xml"/><Relationship Id="rId51" Type="http://schemas.openxmlformats.org/officeDocument/2006/relationships/tags" Target="../tags/tag119.xml"/><Relationship Id="rId50" Type="http://schemas.openxmlformats.org/officeDocument/2006/relationships/tags" Target="../tags/tag118.xml"/><Relationship Id="rId5" Type="http://schemas.openxmlformats.org/officeDocument/2006/relationships/oleObject" Target="../embeddings/oleObject3.bin"/><Relationship Id="rId49" Type="http://schemas.openxmlformats.org/officeDocument/2006/relationships/tags" Target="../tags/tag117.xml"/><Relationship Id="rId48" Type="http://schemas.openxmlformats.org/officeDocument/2006/relationships/tags" Target="../tags/tag116.xml"/><Relationship Id="rId47" Type="http://schemas.openxmlformats.org/officeDocument/2006/relationships/tags" Target="../tags/tag115.xml"/><Relationship Id="rId46" Type="http://schemas.openxmlformats.org/officeDocument/2006/relationships/tags" Target="../tags/tag114.xml"/><Relationship Id="rId45" Type="http://schemas.openxmlformats.org/officeDocument/2006/relationships/tags" Target="../tags/tag113.xml"/><Relationship Id="rId44" Type="http://schemas.openxmlformats.org/officeDocument/2006/relationships/tags" Target="../tags/tag112.xml"/><Relationship Id="rId43" Type="http://schemas.openxmlformats.org/officeDocument/2006/relationships/tags" Target="../tags/tag111.xml"/><Relationship Id="rId42" Type="http://schemas.openxmlformats.org/officeDocument/2006/relationships/tags" Target="../tags/tag110.xml"/><Relationship Id="rId41" Type="http://schemas.openxmlformats.org/officeDocument/2006/relationships/tags" Target="../tags/tag109.xml"/><Relationship Id="rId40" Type="http://schemas.openxmlformats.org/officeDocument/2006/relationships/tags" Target="../tags/tag108.xml"/><Relationship Id="rId4" Type="http://schemas.openxmlformats.org/officeDocument/2006/relationships/tags" Target="../tags/tag74.xml"/><Relationship Id="rId39" Type="http://schemas.openxmlformats.org/officeDocument/2006/relationships/tags" Target="../tags/tag107.xml"/><Relationship Id="rId38" Type="http://schemas.openxmlformats.org/officeDocument/2006/relationships/tags" Target="../tags/tag106.xml"/><Relationship Id="rId37" Type="http://schemas.openxmlformats.org/officeDocument/2006/relationships/tags" Target="../tags/tag105.xml"/><Relationship Id="rId36" Type="http://schemas.openxmlformats.org/officeDocument/2006/relationships/tags" Target="../tags/tag104.xml"/><Relationship Id="rId35" Type="http://schemas.openxmlformats.org/officeDocument/2006/relationships/tags" Target="../tags/tag103.xml"/><Relationship Id="rId34" Type="http://schemas.openxmlformats.org/officeDocument/2006/relationships/tags" Target="../tags/tag102.xml"/><Relationship Id="rId33" Type="http://schemas.openxmlformats.org/officeDocument/2006/relationships/tags" Target="../tags/tag101.xml"/><Relationship Id="rId32" Type="http://schemas.openxmlformats.org/officeDocument/2006/relationships/tags" Target="../tags/tag100.xml"/><Relationship Id="rId31" Type="http://schemas.openxmlformats.org/officeDocument/2006/relationships/tags" Target="../tags/tag99.xml"/><Relationship Id="rId30" Type="http://schemas.openxmlformats.org/officeDocument/2006/relationships/tags" Target="../tags/tag98.xml"/><Relationship Id="rId3" Type="http://schemas.openxmlformats.org/officeDocument/2006/relationships/chart" Target="../charts/chart6.xml"/><Relationship Id="rId29" Type="http://schemas.openxmlformats.org/officeDocument/2006/relationships/tags" Target="../tags/tag97.xml"/><Relationship Id="rId28" Type="http://schemas.openxmlformats.org/officeDocument/2006/relationships/tags" Target="../tags/tag96.xml"/><Relationship Id="rId27" Type="http://schemas.openxmlformats.org/officeDocument/2006/relationships/tags" Target="../tags/tag95.xml"/><Relationship Id="rId26" Type="http://schemas.openxmlformats.org/officeDocument/2006/relationships/tags" Target="../tags/tag94.xml"/><Relationship Id="rId25" Type="http://schemas.openxmlformats.org/officeDocument/2006/relationships/tags" Target="../tags/tag93.xml"/><Relationship Id="rId24" Type="http://schemas.openxmlformats.org/officeDocument/2006/relationships/tags" Target="../tags/tag92.xml"/><Relationship Id="rId23" Type="http://schemas.openxmlformats.org/officeDocument/2006/relationships/tags" Target="../tags/tag91.xml"/><Relationship Id="rId22" Type="http://schemas.openxmlformats.org/officeDocument/2006/relationships/tags" Target="../tags/tag90.xml"/><Relationship Id="rId21" Type="http://schemas.openxmlformats.org/officeDocument/2006/relationships/tags" Target="../tags/tag89.xml"/><Relationship Id="rId20" Type="http://schemas.openxmlformats.org/officeDocument/2006/relationships/tags" Target="../tags/tag88.xml"/><Relationship Id="rId2" Type="http://schemas.openxmlformats.org/officeDocument/2006/relationships/chart" Target="../charts/chart5.xml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chart" Target="../charts/chart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4" Type="http://schemas.openxmlformats.org/officeDocument/2006/relationships/vmlDrawing" Target="../drawings/vmlDrawing4.vml"/><Relationship Id="rId63" Type="http://schemas.openxmlformats.org/officeDocument/2006/relationships/slideLayout" Target="../slideLayouts/slideLayout3.xml"/><Relationship Id="rId62" Type="http://schemas.openxmlformats.org/officeDocument/2006/relationships/tags" Target="../tags/tag215.xml"/><Relationship Id="rId61" Type="http://schemas.openxmlformats.org/officeDocument/2006/relationships/tags" Target="../tags/tag214.xml"/><Relationship Id="rId60" Type="http://schemas.openxmlformats.org/officeDocument/2006/relationships/tags" Target="../tags/tag213.xml"/><Relationship Id="rId6" Type="http://schemas.openxmlformats.org/officeDocument/2006/relationships/image" Target="../media/image6.emf"/><Relationship Id="rId59" Type="http://schemas.openxmlformats.org/officeDocument/2006/relationships/tags" Target="../tags/tag212.xml"/><Relationship Id="rId58" Type="http://schemas.openxmlformats.org/officeDocument/2006/relationships/tags" Target="../tags/tag211.xml"/><Relationship Id="rId57" Type="http://schemas.openxmlformats.org/officeDocument/2006/relationships/tags" Target="../tags/tag210.xml"/><Relationship Id="rId56" Type="http://schemas.openxmlformats.org/officeDocument/2006/relationships/tags" Target="../tags/tag209.xml"/><Relationship Id="rId55" Type="http://schemas.openxmlformats.org/officeDocument/2006/relationships/tags" Target="../tags/tag208.xml"/><Relationship Id="rId54" Type="http://schemas.openxmlformats.org/officeDocument/2006/relationships/tags" Target="../tags/tag207.xml"/><Relationship Id="rId53" Type="http://schemas.openxmlformats.org/officeDocument/2006/relationships/tags" Target="../tags/tag206.xml"/><Relationship Id="rId52" Type="http://schemas.openxmlformats.org/officeDocument/2006/relationships/tags" Target="../tags/tag205.xml"/><Relationship Id="rId51" Type="http://schemas.openxmlformats.org/officeDocument/2006/relationships/tags" Target="../tags/tag204.xml"/><Relationship Id="rId50" Type="http://schemas.openxmlformats.org/officeDocument/2006/relationships/tags" Target="../tags/tag203.xml"/><Relationship Id="rId5" Type="http://schemas.openxmlformats.org/officeDocument/2006/relationships/oleObject" Target="../embeddings/oleObject4.bin"/><Relationship Id="rId49" Type="http://schemas.openxmlformats.org/officeDocument/2006/relationships/tags" Target="../tags/tag202.xml"/><Relationship Id="rId48" Type="http://schemas.openxmlformats.org/officeDocument/2006/relationships/tags" Target="../tags/tag201.xml"/><Relationship Id="rId47" Type="http://schemas.openxmlformats.org/officeDocument/2006/relationships/tags" Target="../tags/tag200.xml"/><Relationship Id="rId46" Type="http://schemas.openxmlformats.org/officeDocument/2006/relationships/tags" Target="../tags/tag199.xml"/><Relationship Id="rId45" Type="http://schemas.openxmlformats.org/officeDocument/2006/relationships/tags" Target="../tags/tag198.xml"/><Relationship Id="rId44" Type="http://schemas.openxmlformats.org/officeDocument/2006/relationships/tags" Target="../tags/tag197.xml"/><Relationship Id="rId43" Type="http://schemas.openxmlformats.org/officeDocument/2006/relationships/tags" Target="../tags/tag196.xml"/><Relationship Id="rId42" Type="http://schemas.openxmlformats.org/officeDocument/2006/relationships/tags" Target="../tags/tag195.xml"/><Relationship Id="rId41" Type="http://schemas.openxmlformats.org/officeDocument/2006/relationships/tags" Target="../tags/tag194.xml"/><Relationship Id="rId40" Type="http://schemas.openxmlformats.org/officeDocument/2006/relationships/tags" Target="../tags/tag193.xml"/><Relationship Id="rId4" Type="http://schemas.openxmlformats.org/officeDocument/2006/relationships/tags" Target="../tags/tag159.xml"/><Relationship Id="rId39" Type="http://schemas.openxmlformats.org/officeDocument/2006/relationships/tags" Target="../tags/tag192.xml"/><Relationship Id="rId38" Type="http://schemas.openxmlformats.org/officeDocument/2006/relationships/tags" Target="../tags/tag191.xml"/><Relationship Id="rId37" Type="http://schemas.openxmlformats.org/officeDocument/2006/relationships/tags" Target="../tags/tag190.xml"/><Relationship Id="rId36" Type="http://schemas.openxmlformats.org/officeDocument/2006/relationships/tags" Target="../tags/tag189.xml"/><Relationship Id="rId35" Type="http://schemas.openxmlformats.org/officeDocument/2006/relationships/tags" Target="../tags/tag188.xml"/><Relationship Id="rId34" Type="http://schemas.openxmlformats.org/officeDocument/2006/relationships/tags" Target="../tags/tag187.xml"/><Relationship Id="rId33" Type="http://schemas.openxmlformats.org/officeDocument/2006/relationships/tags" Target="../tags/tag186.xml"/><Relationship Id="rId32" Type="http://schemas.openxmlformats.org/officeDocument/2006/relationships/tags" Target="../tags/tag185.xml"/><Relationship Id="rId31" Type="http://schemas.openxmlformats.org/officeDocument/2006/relationships/tags" Target="../tags/tag184.xml"/><Relationship Id="rId30" Type="http://schemas.openxmlformats.org/officeDocument/2006/relationships/tags" Target="../tags/tag183.xml"/><Relationship Id="rId3" Type="http://schemas.openxmlformats.org/officeDocument/2006/relationships/chart" Target="../charts/chart9.xml"/><Relationship Id="rId29" Type="http://schemas.openxmlformats.org/officeDocument/2006/relationships/tags" Target="../tags/tag182.xml"/><Relationship Id="rId28" Type="http://schemas.openxmlformats.org/officeDocument/2006/relationships/tags" Target="../tags/tag181.xml"/><Relationship Id="rId27" Type="http://schemas.openxmlformats.org/officeDocument/2006/relationships/tags" Target="../tags/tag180.xml"/><Relationship Id="rId26" Type="http://schemas.openxmlformats.org/officeDocument/2006/relationships/tags" Target="../tags/tag179.xml"/><Relationship Id="rId25" Type="http://schemas.openxmlformats.org/officeDocument/2006/relationships/tags" Target="../tags/tag178.xml"/><Relationship Id="rId24" Type="http://schemas.openxmlformats.org/officeDocument/2006/relationships/tags" Target="../tags/tag177.xml"/><Relationship Id="rId23" Type="http://schemas.openxmlformats.org/officeDocument/2006/relationships/tags" Target="../tags/tag176.xml"/><Relationship Id="rId22" Type="http://schemas.openxmlformats.org/officeDocument/2006/relationships/tags" Target="../tags/tag175.xml"/><Relationship Id="rId21" Type="http://schemas.openxmlformats.org/officeDocument/2006/relationships/tags" Target="../tags/tag174.xml"/><Relationship Id="rId20" Type="http://schemas.openxmlformats.org/officeDocument/2006/relationships/tags" Target="../tags/tag173.xml"/><Relationship Id="rId2" Type="http://schemas.openxmlformats.org/officeDocument/2006/relationships/chart" Target="../charts/chart8.xml"/><Relationship Id="rId19" Type="http://schemas.openxmlformats.org/officeDocument/2006/relationships/tags" Target="../tags/tag172.xml"/><Relationship Id="rId18" Type="http://schemas.openxmlformats.org/officeDocument/2006/relationships/tags" Target="../tags/tag171.xml"/><Relationship Id="rId17" Type="http://schemas.openxmlformats.org/officeDocument/2006/relationships/tags" Target="../tags/tag170.xml"/><Relationship Id="rId16" Type="http://schemas.openxmlformats.org/officeDocument/2006/relationships/tags" Target="../tags/tag169.xml"/><Relationship Id="rId15" Type="http://schemas.openxmlformats.org/officeDocument/2006/relationships/tags" Target="../tags/tag168.xml"/><Relationship Id="rId14" Type="http://schemas.openxmlformats.org/officeDocument/2006/relationships/tags" Target="../tags/tag167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chart" Target="../charts/char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image" Target="../media/image6.emf"/><Relationship Id="rId54" Type="http://schemas.openxmlformats.org/officeDocument/2006/relationships/vmlDrawing" Target="../drawings/vmlDrawing5.vml"/><Relationship Id="rId53" Type="http://schemas.openxmlformats.org/officeDocument/2006/relationships/slideLayout" Target="../slideLayouts/slideLayout3.xml"/><Relationship Id="rId52" Type="http://schemas.openxmlformats.org/officeDocument/2006/relationships/tags" Target="../tags/tag262.xml"/><Relationship Id="rId51" Type="http://schemas.openxmlformats.org/officeDocument/2006/relationships/tags" Target="../tags/tag261.xml"/><Relationship Id="rId50" Type="http://schemas.openxmlformats.org/officeDocument/2006/relationships/tags" Target="../tags/tag260.xml"/><Relationship Id="rId5" Type="http://schemas.openxmlformats.org/officeDocument/2006/relationships/oleObject" Target="../embeddings/oleObject5.bin"/><Relationship Id="rId49" Type="http://schemas.openxmlformats.org/officeDocument/2006/relationships/tags" Target="../tags/tag259.xml"/><Relationship Id="rId48" Type="http://schemas.openxmlformats.org/officeDocument/2006/relationships/tags" Target="../tags/tag258.xml"/><Relationship Id="rId47" Type="http://schemas.openxmlformats.org/officeDocument/2006/relationships/tags" Target="../tags/tag257.xml"/><Relationship Id="rId46" Type="http://schemas.openxmlformats.org/officeDocument/2006/relationships/tags" Target="../tags/tag256.xml"/><Relationship Id="rId45" Type="http://schemas.openxmlformats.org/officeDocument/2006/relationships/tags" Target="../tags/tag255.xml"/><Relationship Id="rId44" Type="http://schemas.openxmlformats.org/officeDocument/2006/relationships/tags" Target="../tags/tag254.xml"/><Relationship Id="rId43" Type="http://schemas.openxmlformats.org/officeDocument/2006/relationships/tags" Target="../tags/tag253.xml"/><Relationship Id="rId42" Type="http://schemas.openxmlformats.org/officeDocument/2006/relationships/tags" Target="../tags/tag252.xml"/><Relationship Id="rId41" Type="http://schemas.openxmlformats.org/officeDocument/2006/relationships/tags" Target="../tags/tag251.xml"/><Relationship Id="rId40" Type="http://schemas.openxmlformats.org/officeDocument/2006/relationships/tags" Target="../tags/tag250.xml"/><Relationship Id="rId4" Type="http://schemas.openxmlformats.org/officeDocument/2006/relationships/tags" Target="../tags/tag216.xml"/><Relationship Id="rId39" Type="http://schemas.openxmlformats.org/officeDocument/2006/relationships/tags" Target="../tags/tag249.xml"/><Relationship Id="rId38" Type="http://schemas.openxmlformats.org/officeDocument/2006/relationships/tags" Target="../tags/tag248.xml"/><Relationship Id="rId37" Type="http://schemas.openxmlformats.org/officeDocument/2006/relationships/tags" Target="../tags/tag247.xml"/><Relationship Id="rId36" Type="http://schemas.openxmlformats.org/officeDocument/2006/relationships/tags" Target="../tags/tag246.xml"/><Relationship Id="rId35" Type="http://schemas.openxmlformats.org/officeDocument/2006/relationships/tags" Target="../tags/tag245.xml"/><Relationship Id="rId34" Type="http://schemas.openxmlformats.org/officeDocument/2006/relationships/tags" Target="../tags/tag244.xml"/><Relationship Id="rId33" Type="http://schemas.openxmlformats.org/officeDocument/2006/relationships/tags" Target="../tags/tag243.xml"/><Relationship Id="rId32" Type="http://schemas.openxmlformats.org/officeDocument/2006/relationships/tags" Target="../tags/tag242.xml"/><Relationship Id="rId31" Type="http://schemas.openxmlformats.org/officeDocument/2006/relationships/tags" Target="../tags/tag241.xml"/><Relationship Id="rId30" Type="http://schemas.openxmlformats.org/officeDocument/2006/relationships/tags" Target="../tags/tag240.xml"/><Relationship Id="rId3" Type="http://schemas.openxmlformats.org/officeDocument/2006/relationships/chart" Target="../charts/chart12.xml"/><Relationship Id="rId29" Type="http://schemas.openxmlformats.org/officeDocument/2006/relationships/tags" Target="../tags/tag239.xml"/><Relationship Id="rId28" Type="http://schemas.openxmlformats.org/officeDocument/2006/relationships/tags" Target="../tags/tag238.xml"/><Relationship Id="rId27" Type="http://schemas.openxmlformats.org/officeDocument/2006/relationships/tags" Target="../tags/tag237.xml"/><Relationship Id="rId26" Type="http://schemas.openxmlformats.org/officeDocument/2006/relationships/tags" Target="../tags/tag236.xml"/><Relationship Id="rId25" Type="http://schemas.openxmlformats.org/officeDocument/2006/relationships/tags" Target="../tags/tag235.xml"/><Relationship Id="rId24" Type="http://schemas.openxmlformats.org/officeDocument/2006/relationships/tags" Target="../tags/tag234.xml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tags" Target="../tags/tag230.xml"/><Relationship Id="rId2" Type="http://schemas.openxmlformats.org/officeDocument/2006/relationships/chart" Target="../charts/chart11.xml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chart" Target="../charts/chart1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66.xml"/><Relationship Id="rId8" Type="http://schemas.openxmlformats.org/officeDocument/2006/relationships/tags" Target="../tags/tag265.xml"/><Relationship Id="rId7" Type="http://schemas.openxmlformats.org/officeDocument/2006/relationships/tags" Target="../tags/tag264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6.bin"/><Relationship Id="rId44" Type="http://schemas.openxmlformats.org/officeDocument/2006/relationships/vmlDrawing" Target="../drawings/vmlDrawing6.vml"/><Relationship Id="rId43" Type="http://schemas.openxmlformats.org/officeDocument/2006/relationships/slideLayout" Target="../slideLayouts/slideLayout3.xml"/><Relationship Id="rId42" Type="http://schemas.openxmlformats.org/officeDocument/2006/relationships/tags" Target="../tags/tag299.xml"/><Relationship Id="rId41" Type="http://schemas.openxmlformats.org/officeDocument/2006/relationships/tags" Target="../tags/tag298.xml"/><Relationship Id="rId40" Type="http://schemas.openxmlformats.org/officeDocument/2006/relationships/tags" Target="../tags/tag297.xml"/><Relationship Id="rId4" Type="http://schemas.openxmlformats.org/officeDocument/2006/relationships/tags" Target="../tags/tag263.xml"/><Relationship Id="rId39" Type="http://schemas.openxmlformats.org/officeDocument/2006/relationships/tags" Target="../tags/tag296.xml"/><Relationship Id="rId38" Type="http://schemas.openxmlformats.org/officeDocument/2006/relationships/tags" Target="../tags/tag295.xml"/><Relationship Id="rId37" Type="http://schemas.openxmlformats.org/officeDocument/2006/relationships/tags" Target="../tags/tag294.xml"/><Relationship Id="rId36" Type="http://schemas.openxmlformats.org/officeDocument/2006/relationships/tags" Target="../tags/tag293.xml"/><Relationship Id="rId35" Type="http://schemas.openxmlformats.org/officeDocument/2006/relationships/tags" Target="../tags/tag292.xml"/><Relationship Id="rId34" Type="http://schemas.openxmlformats.org/officeDocument/2006/relationships/tags" Target="../tags/tag291.xml"/><Relationship Id="rId33" Type="http://schemas.openxmlformats.org/officeDocument/2006/relationships/tags" Target="../tags/tag290.xml"/><Relationship Id="rId32" Type="http://schemas.openxmlformats.org/officeDocument/2006/relationships/tags" Target="../tags/tag289.xml"/><Relationship Id="rId31" Type="http://schemas.openxmlformats.org/officeDocument/2006/relationships/tags" Target="../tags/tag288.xml"/><Relationship Id="rId30" Type="http://schemas.openxmlformats.org/officeDocument/2006/relationships/tags" Target="../tags/tag287.xml"/><Relationship Id="rId3" Type="http://schemas.openxmlformats.org/officeDocument/2006/relationships/chart" Target="../charts/chart15.xml"/><Relationship Id="rId29" Type="http://schemas.openxmlformats.org/officeDocument/2006/relationships/tags" Target="../tags/tag286.xml"/><Relationship Id="rId28" Type="http://schemas.openxmlformats.org/officeDocument/2006/relationships/tags" Target="../tags/tag285.xml"/><Relationship Id="rId27" Type="http://schemas.openxmlformats.org/officeDocument/2006/relationships/tags" Target="../tags/tag284.xml"/><Relationship Id="rId26" Type="http://schemas.openxmlformats.org/officeDocument/2006/relationships/tags" Target="../tags/tag283.xml"/><Relationship Id="rId25" Type="http://schemas.openxmlformats.org/officeDocument/2006/relationships/tags" Target="../tags/tag282.xml"/><Relationship Id="rId24" Type="http://schemas.openxmlformats.org/officeDocument/2006/relationships/tags" Target="../tags/tag281.xml"/><Relationship Id="rId23" Type="http://schemas.openxmlformats.org/officeDocument/2006/relationships/tags" Target="../tags/tag280.xml"/><Relationship Id="rId22" Type="http://schemas.openxmlformats.org/officeDocument/2006/relationships/tags" Target="../tags/tag279.xml"/><Relationship Id="rId21" Type="http://schemas.openxmlformats.org/officeDocument/2006/relationships/tags" Target="../tags/tag278.xml"/><Relationship Id="rId20" Type="http://schemas.openxmlformats.org/officeDocument/2006/relationships/tags" Target="../tags/tag277.xml"/><Relationship Id="rId2" Type="http://schemas.openxmlformats.org/officeDocument/2006/relationships/chart" Target="../charts/chart14.xml"/><Relationship Id="rId19" Type="http://schemas.openxmlformats.org/officeDocument/2006/relationships/tags" Target="../tags/tag276.xml"/><Relationship Id="rId18" Type="http://schemas.openxmlformats.org/officeDocument/2006/relationships/tags" Target="../tags/tag275.xml"/><Relationship Id="rId17" Type="http://schemas.openxmlformats.org/officeDocument/2006/relationships/tags" Target="../tags/tag274.xml"/><Relationship Id="rId16" Type="http://schemas.openxmlformats.org/officeDocument/2006/relationships/tags" Target="../tags/tag273.xml"/><Relationship Id="rId15" Type="http://schemas.openxmlformats.org/officeDocument/2006/relationships/tags" Target="../tags/tag272.xml"/><Relationship Id="rId14" Type="http://schemas.openxmlformats.org/officeDocument/2006/relationships/tags" Target="../tags/tag271.xml"/><Relationship Id="rId13" Type="http://schemas.openxmlformats.org/officeDocument/2006/relationships/tags" Target="../tags/tag270.xml"/><Relationship Id="rId12" Type="http://schemas.openxmlformats.org/officeDocument/2006/relationships/tags" Target="../tags/tag269.xml"/><Relationship Id="rId11" Type="http://schemas.openxmlformats.org/officeDocument/2006/relationships/tags" Target="../tags/tag268.xml"/><Relationship Id="rId10" Type="http://schemas.openxmlformats.org/officeDocument/2006/relationships/tags" Target="../tags/tag267.xml"/><Relationship Id="rId1" Type="http://schemas.openxmlformats.org/officeDocument/2006/relationships/chart" Target="../charts/char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57" name="对象 35" hidden="1"/>
          <p:cNvGraphicFramePr/>
          <p:nvPr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showAsIcon="1" r:id="rId5" imgW="5080" imgH="5080" progId="TCLayout.ActiveDocument.1">
                  <p:embed/>
                </p:oleObj>
              </mc:Choice>
              <mc:Fallback>
                <p:oleObj name="think-cell 幻灯片" showAsIcon="1" r:id="rId5" imgW="5080" imgH="5080" progId="TCLayout.ActiveDocument.1">
                  <p:embed/>
                  <p:pic>
                    <p:nvPicPr>
                      <p:cNvPr id="0" name="对象 3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771" name="标题 1"/>
          <p:cNvSpPr>
            <a:spLocks noGrp="1"/>
          </p:cNvSpPr>
          <p:nvPr>
            <p:ph type="title"/>
          </p:nvPr>
        </p:nvSpPr>
        <p:spPr>
          <a:xfrm>
            <a:off x="462110" y="416447"/>
            <a:ext cx="10674203" cy="4006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b="1"/>
              <a:t>2.1 </a:t>
            </a:r>
            <a:r>
              <a:rPr lang="zh-CN" altLang="en-US" b="1"/>
              <a:t>车型类别：高油价与高基数影响下，各类别市场同比降幅进一步扩大</a:t>
            </a:r>
            <a:endParaRPr lang="zh-CN" altLang="en-US" b="1" dirty="0"/>
          </a:p>
        </p:txBody>
      </p:sp>
      <p:sp>
        <p:nvSpPr>
          <p:cNvPr id="1048772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2110" y="854745"/>
            <a:ext cx="11268001" cy="830997"/>
          </a:xfr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月，轿车和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SUV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市场同比降幅扩大，除去年同期促销导致的高基数和油价高企下传统车表现不佳外，前者受新款秦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PLUS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、海鸥增长乏力拖累，后者受理想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L6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、宋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PLUS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等老产品销量下滑和问界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M9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新老产品切换影响。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MPV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同比降幅最大，同期新款插混版别克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GL8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和腾势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D9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放量导致的高基数为主要拖累因素。环比方面，轿车和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SUV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均正增长，新车爬坡放量为主要驱动项。</a:t>
            </a:r>
            <a:endParaRPr lang="en-US" altLang="zh-CN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8773" name="矩形 54"/>
          <p:cNvSpPr/>
          <p:nvPr/>
        </p:nvSpPr>
        <p:spPr>
          <a:xfrm>
            <a:off x="689943" y="2267946"/>
            <a:ext cx="5412407" cy="4185242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774" name="文本占位符 12"/>
          <p:cNvSpPr txBox="1"/>
          <p:nvPr/>
        </p:nvSpPr>
        <p:spPr bwMode="auto">
          <a:xfrm>
            <a:off x="701748" y="1890175"/>
            <a:ext cx="5642899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lang="en-US" altLang="zh-CN" b="1">
                <a:solidFill>
                  <a:srgbClr val="000000"/>
                </a:solidFill>
              </a:rPr>
              <a:t>5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月分车型类别市场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表现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775" name="文本占位符 12"/>
          <p:cNvSpPr txBox="1"/>
          <p:nvPr/>
        </p:nvSpPr>
        <p:spPr bwMode="auto">
          <a:xfrm>
            <a:off x="6623757" y="1891453"/>
            <a:ext cx="4824121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年分车型类别份额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走势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58" name="表格 57"/>
          <p:cNvGraphicFramePr>
            <a:graphicFrameLocks noGrp="1"/>
          </p:cNvGraphicFramePr>
          <p:nvPr/>
        </p:nvGraphicFramePr>
        <p:xfrm>
          <a:off x="702858" y="4156779"/>
          <a:ext cx="5393142" cy="277099"/>
        </p:xfrm>
        <a:graphic>
          <a:graphicData uri="http://schemas.openxmlformats.org/drawingml/2006/table">
            <a:tbl>
              <a:tblPr firstRow="1" bandRow="1"/>
              <a:tblGrid>
                <a:gridCol w="586453"/>
                <a:gridCol w="1002264"/>
                <a:gridCol w="1260854"/>
                <a:gridCol w="1307994"/>
                <a:gridCol w="1235577"/>
              </a:tblGrid>
              <a:tr h="277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环比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6.3%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13.0%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-4.1%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-7.1%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sp>
        <p:nvSpPr>
          <p:cNvPr id="1048776" name="文本占位符 12"/>
          <p:cNvSpPr txBox="1"/>
          <p:nvPr/>
        </p:nvSpPr>
        <p:spPr bwMode="auto">
          <a:xfrm>
            <a:off x="728034" y="2285367"/>
            <a:ext cx="496166" cy="3262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777" name="文本占位符 5"/>
          <p:cNvSpPr txBox="1"/>
          <p:nvPr/>
        </p:nvSpPr>
        <p:spPr>
          <a:xfrm>
            <a:off x="661298" y="6498936"/>
            <a:ext cx="6670680" cy="30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数据来源：中汽数据有限公司终端零售数据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59" name="Chart 3"/>
          <p:cNvGraphicFramePr/>
          <p:nvPr>
            <p:custDataLst>
              <p:tags r:id="rId7"/>
            </p:custDataLst>
          </p:nvPr>
        </p:nvGraphicFramePr>
        <p:xfrm>
          <a:off x="1065213" y="2613025"/>
          <a:ext cx="5119687" cy="1462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3145780" name="直接连接符 117"/>
          <p:cNvCxnSpPr/>
          <p:nvPr>
            <p:custDataLst>
              <p:tags r:id="rId8"/>
            </p:custDataLst>
          </p:nvPr>
        </p:nvCxnSpPr>
        <p:spPr bwMode="auto">
          <a:xfrm flipV="1">
            <a:off x="1544638" y="2630488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1" name="直接连接符 118"/>
          <p:cNvCxnSpPr/>
          <p:nvPr>
            <p:custDataLst>
              <p:tags r:id="rId9"/>
            </p:custDataLst>
          </p:nvPr>
        </p:nvCxnSpPr>
        <p:spPr bwMode="auto">
          <a:xfrm>
            <a:off x="1544638" y="2630488"/>
            <a:ext cx="442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2" name="直接连接符 119"/>
          <p:cNvCxnSpPr/>
          <p:nvPr>
            <p:custDataLst>
              <p:tags r:id="rId10"/>
            </p:custDataLst>
          </p:nvPr>
        </p:nvCxnSpPr>
        <p:spPr bwMode="auto">
          <a:xfrm>
            <a:off x="1987550" y="2630488"/>
            <a:ext cx="0" cy="4175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3" name="直接连接符 120"/>
          <p:cNvCxnSpPr/>
          <p:nvPr>
            <p:custDataLst>
              <p:tags r:id="rId11"/>
            </p:custDataLst>
          </p:nvPr>
        </p:nvCxnSpPr>
        <p:spPr bwMode="auto">
          <a:xfrm flipV="1">
            <a:off x="2782888" y="2552700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4" name="直接连接符 121"/>
          <p:cNvCxnSpPr/>
          <p:nvPr>
            <p:custDataLst>
              <p:tags r:id="rId12"/>
            </p:custDataLst>
          </p:nvPr>
        </p:nvCxnSpPr>
        <p:spPr bwMode="auto">
          <a:xfrm>
            <a:off x="2782888" y="2552700"/>
            <a:ext cx="442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5" name="直接连接符 122"/>
          <p:cNvCxnSpPr/>
          <p:nvPr>
            <p:custDataLst>
              <p:tags r:id="rId13"/>
            </p:custDataLst>
          </p:nvPr>
        </p:nvCxnSpPr>
        <p:spPr bwMode="auto">
          <a:xfrm>
            <a:off x="3225800" y="2552700"/>
            <a:ext cx="0" cy="2873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6" name="直接连接符 123"/>
          <p:cNvCxnSpPr/>
          <p:nvPr>
            <p:custDataLst>
              <p:tags r:id="rId14"/>
            </p:custDataLst>
          </p:nvPr>
        </p:nvCxnSpPr>
        <p:spPr bwMode="auto">
          <a:xfrm flipV="1">
            <a:off x="4022725" y="3324225"/>
            <a:ext cx="0" cy="2317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7" name="直接连接符 124"/>
          <p:cNvCxnSpPr/>
          <p:nvPr>
            <p:custDataLst>
              <p:tags r:id="rId15"/>
            </p:custDataLst>
          </p:nvPr>
        </p:nvCxnSpPr>
        <p:spPr bwMode="auto">
          <a:xfrm>
            <a:off x="4022725" y="3324225"/>
            <a:ext cx="442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8" name="直接连接符 125"/>
          <p:cNvCxnSpPr/>
          <p:nvPr>
            <p:custDataLst>
              <p:tags r:id="rId16"/>
            </p:custDataLst>
          </p:nvPr>
        </p:nvCxnSpPr>
        <p:spPr bwMode="auto">
          <a:xfrm>
            <a:off x="4465638" y="3324225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9" name="直接连接符 126"/>
          <p:cNvCxnSpPr/>
          <p:nvPr>
            <p:custDataLst>
              <p:tags r:id="rId17"/>
            </p:custDataLst>
          </p:nvPr>
        </p:nvCxnSpPr>
        <p:spPr bwMode="auto">
          <a:xfrm flipV="1">
            <a:off x="5260975" y="3379788"/>
            <a:ext cx="0" cy="2555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0" name="直接连接符 191"/>
          <p:cNvCxnSpPr/>
          <p:nvPr>
            <p:custDataLst>
              <p:tags r:id="rId18"/>
            </p:custDataLst>
          </p:nvPr>
        </p:nvCxnSpPr>
        <p:spPr bwMode="auto">
          <a:xfrm>
            <a:off x="5260975" y="3379788"/>
            <a:ext cx="442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1" name="直接连接符 192"/>
          <p:cNvCxnSpPr/>
          <p:nvPr>
            <p:custDataLst>
              <p:tags r:id="rId19"/>
            </p:custDataLst>
          </p:nvPr>
        </p:nvCxnSpPr>
        <p:spPr bwMode="auto">
          <a:xfrm>
            <a:off x="5703888" y="3379788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778" name="矩形 198"/>
          <p:cNvSpPr/>
          <p:nvPr>
            <p:custDataLst>
              <p:tags r:id="rId20"/>
            </p:custDataLst>
          </p:nvPr>
        </p:nvSpPr>
        <p:spPr bwMode="auto">
          <a:xfrm>
            <a:off x="1633538" y="3892550"/>
            <a:ext cx="2667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7E65C8A-AF7C-40AD-AB4F-F09C979DB895}" type="datetime'''''''轿''''''''''''''''车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79" name="矩形 199"/>
          <p:cNvSpPr/>
          <p:nvPr>
            <p:custDataLst>
              <p:tags r:id="rId21"/>
            </p:custDataLst>
          </p:nvPr>
        </p:nvSpPr>
        <p:spPr bwMode="auto">
          <a:xfrm>
            <a:off x="2871788" y="3892550"/>
            <a:ext cx="2667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F96DAC0-CA49-4E25-BA57-0C6C8AD76809}" type="datetime'''''''''''''''SU''''''''''''''V''''''''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80" name="矩形 201"/>
          <p:cNvSpPr/>
          <p:nvPr>
            <p:custDataLst>
              <p:tags r:id="rId22"/>
            </p:custDataLst>
          </p:nvPr>
        </p:nvSpPr>
        <p:spPr bwMode="auto">
          <a:xfrm>
            <a:off x="4095750" y="3892550"/>
            <a:ext cx="3000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1A7F256-5597-498C-9338-51FE90FC6D3D}" type="datetime'''''''''''''''''''''''M''''''''''''''''P''''''''''''''''V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81" name="矩形 197"/>
          <p:cNvSpPr/>
          <p:nvPr>
            <p:custDataLst>
              <p:tags r:id="rId23"/>
            </p:custDataLst>
          </p:nvPr>
        </p:nvSpPr>
        <p:spPr bwMode="auto">
          <a:xfrm>
            <a:off x="5095875" y="3892550"/>
            <a:ext cx="7747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7A025EE-B13E-40B5-A2EC-6D0712534EB4}" type="datetime'''''''''''''''''''''''''交''''叉''''''型''乘''''用''''''车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82" name="椭圆 202"/>
          <p:cNvSpPr/>
          <p:nvPr>
            <p:custDataLst>
              <p:tags r:id="rId24"/>
            </p:custDataLst>
          </p:nvPr>
        </p:nvSpPr>
        <p:spPr bwMode="auto">
          <a:xfrm>
            <a:off x="1452563" y="252253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7B6ACCA-757A-4D52-836A-297BB1B3CA3C}" type="datetime'''''''-2''8''''''.''''''''''1''''''''''''''''''%''''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83" name="椭圆 203"/>
          <p:cNvSpPr/>
          <p:nvPr>
            <p:custDataLst>
              <p:tags r:id="rId25"/>
            </p:custDataLst>
          </p:nvPr>
        </p:nvSpPr>
        <p:spPr bwMode="auto">
          <a:xfrm>
            <a:off x="2690813" y="244475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2E4552C-972B-4F6E-84FB-AFA0D0A27675}" type="datetime'''''''''''-''1''''''''''''''''''''''''''''''1''.3''%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84" name="椭圆 204"/>
          <p:cNvSpPr/>
          <p:nvPr>
            <p:custDataLst>
              <p:tags r:id="rId26"/>
            </p:custDataLst>
          </p:nvPr>
        </p:nvSpPr>
        <p:spPr bwMode="auto">
          <a:xfrm>
            <a:off x="3930650" y="3216275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711F0CF-7A9A-4FBA-85A2-C40BC9389750}" type="datetime'''''''''-3''''''''''''''''0''.''''5''''''''%''''''''''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85" name="椭圆 205"/>
          <p:cNvSpPr/>
          <p:nvPr>
            <p:custDataLst>
              <p:tags r:id="rId27"/>
            </p:custDataLst>
          </p:nvPr>
        </p:nvSpPr>
        <p:spPr bwMode="auto">
          <a:xfrm>
            <a:off x="5168900" y="327183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A29072C-C43C-45F9-A48A-5FE9537FC13B}" type="datetime'''''''-''''''3''''''''''''0''''''''.''''''3''''''%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86" name="矩形 34"/>
          <p:cNvSpPr/>
          <p:nvPr>
            <p:custDataLst>
              <p:tags r:id="rId28"/>
            </p:custDataLst>
          </p:nvPr>
        </p:nvSpPr>
        <p:spPr bwMode="auto">
          <a:xfrm>
            <a:off x="4073525" y="2511425"/>
            <a:ext cx="214313" cy="160337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787" name="矩形 36"/>
          <p:cNvSpPr/>
          <p:nvPr>
            <p:custDataLst>
              <p:tags r:id="rId29"/>
            </p:custDataLst>
          </p:nvPr>
        </p:nvSpPr>
        <p:spPr bwMode="auto">
          <a:xfrm>
            <a:off x="4795838" y="2511425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788" name="矩形 33"/>
          <p:cNvSpPr/>
          <p:nvPr>
            <p:custDataLst>
              <p:tags r:id="rId30"/>
            </p:custDataLst>
          </p:nvPr>
        </p:nvSpPr>
        <p:spPr bwMode="auto">
          <a:xfrm>
            <a:off x="4338638" y="2506663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BA094B8-AE43-4602-8414-A0AB6E63B206}" type="datetime'''''''''''''''''''''''2''''''0''2''''''''''''''''''5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89" name="矩形 31"/>
          <p:cNvSpPr/>
          <p:nvPr>
            <p:custDataLst>
              <p:tags r:id="rId31"/>
            </p:custDataLst>
          </p:nvPr>
        </p:nvSpPr>
        <p:spPr bwMode="auto">
          <a:xfrm>
            <a:off x="5060950" y="2506663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8A78757-0522-41DF-87C8-254127ED8931}" type="datetime'''''''''2''''''0''''26''''''''''''''''''''''''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aphicFrame>
        <p:nvGraphicFramePr>
          <p:cNvPr id="4194360" name="Chart 3"/>
          <p:cNvGraphicFramePr/>
          <p:nvPr>
            <p:custDataLst>
              <p:tags r:id="rId32"/>
            </p:custDataLst>
          </p:nvPr>
        </p:nvGraphicFramePr>
        <p:xfrm>
          <a:off x="1054100" y="4824413"/>
          <a:ext cx="5130800" cy="1620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145792" name="直接连接符 22"/>
          <p:cNvCxnSpPr/>
          <p:nvPr>
            <p:custDataLst>
              <p:tags r:id="rId33"/>
            </p:custDataLst>
          </p:nvPr>
        </p:nvCxnSpPr>
        <p:spPr bwMode="auto">
          <a:xfrm flipV="1">
            <a:off x="1535113" y="4802188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3" name="直接连接符 23"/>
          <p:cNvCxnSpPr/>
          <p:nvPr>
            <p:custDataLst>
              <p:tags r:id="rId34"/>
            </p:custDataLst>
          </p:nvPr>
        </p:nvCxnSpPr>
        <p:spPr bwMode="auto">
          <a:xfrm>
            <a:off x="1535113" y="4802188"/>
            <a:ext cx="442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4" name="直接连接符 24"/>
          <p:cNvCxnSpPr/>
          <p:nvPr>
            <p:custDataLst>
              <p:tags r:id="rId35"/>
            </p:custDataLst>
          </p:nvPr>
        </p:nvCxnSpPr>
        <p:spPr bwMode="auto">
          <a:xfrm>
            <a:off x="1978025" y="4802188"/>
            <a:ext cx="0" cy="4699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5" name="直接连接符 25"/>
          <p:cNvCxnSpPr/>
          <p:nvPr>
            <p:custDataLst>
              <p:tags r:id="rId36"/>
            </p:custDataLst>
          </p:nvPr>
        </p:nvCxnSpPr>
        <p:spPr bwMode="auto">
          <a:xfrm flipV="1">
            <a:off x="2776538" y="4764088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6" name="直接连接符 26"/>
          <p:cNvCxnSpPr/>
          <p:nvPr>
            <p:custDataLst>
              <p:tags r:id="rId37"/>
            </p:custDataLst>
          </p:nvPr>
        </p:nvCxnSpPr>
        <p:spPr bwMode="auto">
          <a:xfrm>
            <a:off x="2776538" y="4764088"/>
            <a:ext cx="442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7" name="直接连接符 27"/>
          <p:cNvCxnSpPr/>
          <p:nvPr>
            <p:custDataLst>
              <p:tags r:id="rId38"/>
            </p:custDataLst>
          </p:nvPr>
        </p:nvCxnSpPr>
        <p:spPr bwMode="auto">
          <a:xfrm>
            <a:off x="3219450" y="4764087"/>
            <a:ext cx="0" cy="2730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8" name="直接连接符 28"/>
          <p:cNvCxnSpPr/>
          <p:nvPr>
            <p:custDataLst>
              <p:tags r:id="rId39"/>
            </p:custDataLst>
          </p:nvPr>
        </p:nvCxnSpPr>
        <p:spPr bwMode="auto">
          <a:xfrm flipV="1">
            <a:off x="4017963" y="5670550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99" name="直接连接符 29"/>
          <p:cNvCxnSpPr/>
          <p:nvPr>
            <p:custDataLst>
              <p:tags r:id="rId40"/>
            </p:custDataLst>
          </p:nvPr>
        </p:nvCxnSpPr>
        <p:spPr bwMode="auto">
          <a:xfrm>
            <a:off x="4017963" y="5670550"/>
            <a:ext cx="442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0" name="直接连接符 32"/>
          <p:cNvCxnSpPr/>
          <p:nvPr>
            <p:custDataLst>
              <p:tags r:id="rId41"/>
            </p:custDataLst>
          </p:nvPr>
        </p:nvCxnSpPr>
        <p:spPr bwMode="auto">
          <a:xfrm>
            <a:off x="4460875" y="5670550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1" name="直接连接符 37"/>
          <p:cNvCxnSpPr/>
          <p:nvPr>
            <p:custDataLst>
              <p:tags r:id="rId42"/>
            </p:custDataLst>
          </p:nvPr>
        </p:nvCxnSpPr>
        <p:spPr bwMode="auto">
          <a:xfrm flipV="1">
            <a:off x="5259388" y="5748338"/>
            <a:ext cx="0" cy="2524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2" name="直接连接符 38"/>
          <p:cNvCxnSpPr/>
          <p:nvPr>
            <p:custDataLst>
              <p:tags r:id="rId43"/>
            </p:custDataLst>
          </p:nvPr>
        </p:nvCxnSpPr>
        <p:spPr bwMode="auto">
          <a:xfrm>
            <a:off x="5259388" y="5748338"/>
            <a:ext cx="4429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3" name="直接连接符 39"/>
          <p:cNvCxnSpPr/>
          <p:nvPr>
            <p:custDataLst>
              <p:tags r:id="rId44"/>
            </p:custDataLst>
          </p:nvPr>
        </p:nvCxnSpPr>
        <p:spPr bwMode="auto">
          <a:xfrm>
            <a:off x="5702300" y="5748338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790" name="矩形 43"/>
          <p:cNvSpPr/>
          <p:nvPr>
            <p:custDataLst>
              <p:tags r:id="rId45"/>
            </p:custDataLst>
          </p:nvPr>
        </p:nvSpPr>
        <p:spPr bwMode="auto">
          <a:xfrm>
            <a:off x="1622425" y="6262688"/>
            <a:ext cx="2667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92B8789-45B6-4D0E-922D-E1FB900BD631}" type="datetime'''''''''''''''''''''''''''''''轿''''''''''''''''车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91" name="矩形 44"/>
          <p:cNvSpPr/>
          <p:nvPr>
            <p:custDataLst>
              <p:tags r:id="rId46"/>
            </p:custDataLst>
          </p:nvPr>
        </p:nvSpPr>
        <p:spPr bwMode="auto">
          <a:xfrm>
            <a:off x="2863850" y="6262688"/>
            <a:ext cx="2667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2A611E5-7EF8-4BA8-846B-0ECB114185AA}" type="datetime'S''''''U''''V''''''''''''''''''''''''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92" name="矩形 45"/>
          <p:cNvSpPr/>
          <p:nvPr>
            <p:custDataLst>
              <p:tags r:id="rId47"/>
            </p:custDataLst>
          </p:nvPr>
        </p:nvSpPr>
        <p:spPr bwMode="auto">
          <a:xfrm>
            <a:off x="4089400" y="6262688"/>
            <a:ext cx="3000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6F4B040-795D-4304-A31D-7AE8BEFC8096}" type="datetime'''''''M''''''''''''''''P''''''''''''''''''''''''''''V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93" name="矩形 46"/>
          <p:cNvSpPr/>
          <p:nvPr>
            <p:custDataLst>
              <p:tags r:id="rId48"/>
            </p:custDataLst>
          </p:nvPr>
        </p:nvSpPr>
        <p:spPr bwMode="auto">
          <a:xfrm>
            <a:off x="5092700" y="6262688"/>
            <a:ext cx="7747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A118606-253D-4564-A5EA-26BA02BEE5E5}" type="datetime'交叉''''''''''''''''''''''''''''''''''''''''''''型乘''用''车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94" name="椭圆 48"/>
          <p:cNvSpPr/>
          <p:nvPr>
            <p:custDataLst>
              <p:tags r:id="rId49"/>
            </p:custDataLst>
          </p:nvPr>
        </p:nvSpPr>
        <p:spPr bwMode="auto">
          <a:xfrm>
            <a:off x="1443038" y="469423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473C0C2-D25F-4151-B048-EC6BFF2B6CE2}" type="datetime'''''-2''''7''''''''''''.''''''''''''''''''7''''''''''''''''%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95" name="椭圆 49"/>
          <p:cNvSpPr/>
          <p:nvPr>
            <p:custDataLst>
              <p:tags r:id="rId50"/>
            </p:custDataLst>
          </p:nvPr>
        </p:nvSpPr>
        <p:spPr bwMode="auto">
          <a:xfrm>
            <a:off x="2738438" y="4656138"/>
            <a:ext cx="517525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5F38D05-82C6-41E9-A58B-313740B7B4AF}" type="datetime'''''-''''''''''''''''''8''.4''''''''''''''%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96" name="椭圆 50"/>
          <p:cNvSpPr/>
          <p:nvPr>
            <p:custDataLst>
              <p:tags r:id="rId51"/>
            </p:custDataLst>
          </p:nvPr>
        </p:nvSpPr>
        <p:spPr bwMode="auto">
          <a:xfrm>
            <a:off x="3925888" y="556260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A40D86C-BF50-4249-81A9-4013565D6760}" type="datetime'''''''''-23''''''.''''1%''''''''''''''''''''''''''''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97" name="椭圆 51"/>
          <p:cNvSpPr/>
          <p:nvPr>
            <p:custDataLst>
              <p:tags r:id="rId52"/>
            </p:custDataLst>
          </p:nvPr>
        </p:nvSpPr>
        <p:spPr bwMode="auto">
          <a:xfrm>
            <a:off x="5167313" y="564038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ECE0DEC-0CEC-4D65-B38E-88037672447B}" type="datetime'''-4''''''''2''.''0%''''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798" name="文本占位符 12"/>
          <p:cNvSpPr txBox="1"/>
          <p:nvPr/>
        </p:nvSpPr>
        <p:spPr bwMode="auto">
          <a:xfrm>
            <a:off x="747207" y="3361993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单月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799" name="文本占位符 12"/>
          <p:cNvSpPr txBox="1"/>
          <p:nvPr/>
        </p:nvSpPr>
        <p:spPr bwMode="auto">
          <a:xfrm>
            <a:off x="781085" y="5266982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累计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00" name="矩形 16"/>
          <p:cNvSpPr/>
          <p:nvPr/>
        </p:nvSpPr>
        <p:spPr>
          <a:xfrm>
            <a:off x="6427786" y="2267945"/>
            <a:ext cx="5068890" cy="4185243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3145804" name="直接连接符 17"/>
          <p:cNvCxnSpPr/>
          <p:nvPr>
            <p:custDataLst>
              <p:tags r:id="rId53"/>
            </p:custDataLst>
          </p:nvPr>
        </p:nvCxnSpPr>
        <p:spPr bwMode="auto">
          <a:xfrm>
            <a:off x="7413625" y="2744788"/>
            <a:ext cx="5619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5" name="直接连接符 18"/>
          <p:cNvCxnSpPr/>
          <p:nvPr>
            <p:custDataLst>
              <p:tags r:id="rId54"/>
            </p:custDataLst>
          </p:nvPr>
        </p:nvCxnSpPr>
        <p:spPr bwMode="auto">
          <a:xfrm flipV="1">
            <a:off x="7413625" y="3998913"/>
            <a:ext cx="561975" cy="333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6" name="直接连接符 19"/>
          <p:cNvCxnSpPr/>
          <p:nvPr>
            <p:custDataLst>
              <p:tags r:id="rId55"/>
            </p:custDataLst>
          </p:nvPr>
        </p:nvCxnSpPr>
        <p:spPr bwMode="auto">
          <a:xfrm>
            <a:off x="7413625" y="5661025"/>
            <a:ext cx="561975" cy="222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7" name="直接连接符 20"/>
          <p:cNvCxnSpPr/>
          <p:nvPr>
            <p:custDataLst>
              <p:tags r:id="rId56"/>
            </p:custDataLst>
          </p:nvPr>
        </p:nvCxnSpPr>
        <p:spPr bwMode="auto">
          <a:xfrm>
            <a:off x="7413625" y="5815013"/>
            <a:ext cx="561975" cy="31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8" name="直接连接符 30"/>
          <p:cNvCxnSpPr/>
          <p:nvPr>
            <p:custDataLst>
              <p:tags r:id="rId57"/>
            </p:custDataLst>
          </p:nvPr>
        </p:nvCxnSpPr>
        <p:spPr bwMode="auto">
          <a:xfrm>
            <a:off x="9948863" y="2744788"/>
            <a:ext cx="5619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09" name="直接连接符 53"/>
          <p:cNvCxnSpPr/>
          <p:nvPr>
            <p:custDataLst>
              <p:tags r:id="rId58"/>
            </p:custDataLst>
          </p:nvPr>
        </p:nvCxnSpPr>
        <p:spPr bwMode="auto">
          <a:xfrm flipV="1">
            <a:off x="9948863" y="4008438"/>
            <a:ext cx="561975" cy="1476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10" name="直接连接符 58"/>
          <p:cNvCxnSpPr/>
          <p:nvPr>
            <p:custDataLst>
              <p:tags r:id="rId59"/>
            </p:custDataLst>
          </p:nvPr>
        </p:nvCxnSpPr>
        <p:spPr bwMode="auto">
          <a:xfrm>
            <a:off x="9948863" y="5670550"/>
            <a:ext cx="5619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11" name="直接连接符 59"/>
          <p:cNvCxnSpPr/>
          <p:nvPr>
            <p:custDataLst>
              <p:tags r:id="rId60"/>
            </p:custDataLst>
          </p:nvPr>
        </p:nvCxnSpPr>
        <p:spPr bwMode="auto">
          <a:xfrm>
            <a:off x="9948863" y="5818189"/>
            <a:ext cx="561975" cy="31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194361" name="Chart 3"/>
          <p:cNvGraphicFramePr/>
          <p:nvPr>
            <p:custDataLst>
              <p:tags r:id="rId61"/>
            </p:custDataLst>
          </p:nvPr>
        </p:nvGraphicFramePr>
        <p:xfrm>
          <a:off x="6345238" y="2519363"/>
          <a:ext cx="5233987" cy="3546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48801" name="矩形 4"/>
          <p:cNvSpPr/>
          <p:nvPr>
            <p:custDataLst>
              <p:tags r:id="rId62"/>
            </p:custDataLst>
          </p:nvPr>
        </p:nvSpPr>
        <p:spPr bwMode="gray">
          <a:xfrm>
            <a:off x="6721475" y="5759450"/>
            <a:ext cx="327025" cy="1365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309B22A-5D5D-4A17-98F8-1505A7507A60}" type="datetime'''''''''''''''''''''''''''0''''''''''''''''''''''''.8''''%'''">
              <a:rPr lang="zh-CN" altLang="en-US" sz="100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802" name="矩形 62"/>
          <p:cNvSpPr/>
          <p:nvPr>
            <p:custDataLst>
              <p:tags r:id="rId63"/>
            </p:custDataLst>
          </p:nvPr>
        </p:nvSpPr>
        <p:spPr bwMode="auto">
          <a:xfrm>
            <a:off x="6853238" y="5942013"/>
            <a:ext cx="415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AB4D072A-A34C-4D6E-AFA6-1A8397107486}" type="datetime'''''''''''''''''''2''''''''0''2''''''''6''.''4''''''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03" name="矩形 5"/>
          <p:cNvSpPr/>
          <p:nvPr>
            <p:custDataLst>
              <p:tags r:id="rId64"/>
            </p:custDataLst>
          </p:nvPr>
        </p:nvSpPr>
        <p:spPr bwMode="gray">
          <a:xfrm>
            <a:off x="7988300" y="5761038"/>
            <a:ext cx="327025" cy="1365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738246A0-A737-4714-B261-F616AD62BE65}" type="datetime'''''''''''''''''''''0''''''.7''''''''''''''%'''''">
              <a:rPr lang="zh-CN" altLang="en-US" sz="100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804" name="矩形 63"/>
          <p:cNvSpPr/>
          <p:nvPr>
            <p:custDataLst>
              <p:tags r:id="rId65"/>
            </p:custDataLst>
          </p:nvPr>
        </p:nvSpPr>
        <p:spPr bwMode="auto">
          <a:xfrm>
            <a:off x="8120063" y="5942013"/>
            <a:ext cx="415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92CAD305-09BD-443A-81A6-F4C7A2893A7D}" type="datetime'''''''''''''''''20''''''''''''''''''''''2''''6''''''.''5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05" name="矩形 8"/>
          <p:cNvSpPr/>
          <p:nvPr>
            <p:custDataLst>
              <p:tags r:id="rId66"/>
            </p:custDataLst>
          </p:nvPr>
        </p:nvSpPr>
        <p:spPr bwMode="gray">
          <a:xfrm>
            <a:off x="9256713" y="5761038"/>
            <a:ext cx="327025" cy="1365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81E650-1579-4896-B51D-FA513796FB8A}" type="datetime'''''0.''''''7''''''''''''''''''''%'''">
              <a:rPr lang="zh-CN" altLang="en-US" sz="100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fld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806" name="矩形 64"/>
          <p:cNvSpPr/>
          <p:nvPr>
            <p:custDataLst>
              <p:tags r:id="rId67"/>
            </p:custDataLst>
          </p:nvPr>
        </p:nvSpPr>
        <p:spPr bwMode="auto">
          <a:xfrm>
            <a:off x="9286875" y="5942013"/>
            <a:ext cx="6207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07DF7BA3-CB3E-44F4-9C84-F05092F0D7CF}" type="datetime'''''''2''''''''''02''''5.1''''-''''''''''''''''1''''2''''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07" name="矩形 9"/>
          <p:cNvSpPr/>
          <p:nvPr>
            <p:custDataLst>
              <p:tags r:id="rId68"/>
            </p:custDataLst>
          </p:nvPr>
        </p:nvSpPr>
        <p:spPr bwMode="gray">
          <a:xfrm>
            <a:off x="10523538" y="5762625"/>
            <a:ext cx="327025" cy="1365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3A5D103-6B80-4777-B720-6B9F3C43D0C5}" type="datetime'''0.''''6''''''''''''''''''''''''''''''''''%'''''''''''">
              <a:rPr lang="zh-CN" altLang="en-US" sz="100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808" name="矩形 65"/>
          <p:cNvSpPr/>
          <p:nvPr>
            <p:custDataLst>
              <p:tags r:id="rId69"/>
            </p:custDataLst>
          </p:nvPr>
        </p:nvSpPr>
        <p:spPr bwMode="auto">
          <a:xfrm>
            <a:off x="10590213" y="5942013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83E825E7-E399-413F-8BD3-B6270AE58301}" type="datetime'''20''2''6''''''''.''''''''1''''''''-''''''''''''5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09" name="矩形 66"/>
          <p:cNvSpPr/>
          <p:nvPr>
            <p:custDataLst>
              <p:tags r:id="rId70"/>
            </p:custDataLst>
          </p:nvPr>
        </p:nvSpPr>
        <p:spPr bwMode="auto">
          <a:xfrm>
            <a:off x="7502525" y="2392363"/>
            <a:ext cx="187325" cy="139700"/>
          </a:xfrm>
          <a:prstGeom prst="rect">
            <a:avLst/>
          </a:prstGeom>
          <a:solidFill>
            <a:srgbClr val="C3CFE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10" name="矩形 67"/>
          <p:cNvSpPr/>
          <p:nvPr>
            <p:custDataLst>
              <p:tags r:id="rId71"/>
            </p:custDataLst>
          </p:nvPr>
        </p:nvSpPr>
        <p:spPr bwMode="auto">
          <a:xfrm>
            <a:off x="8108950" y="2392363"/>
            <a:ext cx="187325" cy="139700"/>
          </a:xfrm>
          <a:prstGeom prst="rect">
            <a:avLst/>
          </a:prstGeom>
          <a:solidFill>
            <a:srgbClr val="9DB1C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11" name="矩形 68"/>
          <p:cNvSpPr/>
          <p:nvPr>
            <p:custDataLst>
              <p:tags r:id="rId72"/>
            </p:custDataLst>
          </p:nvPr>
        </p:nvSpPr>
        <p:spPr bwMode="auto">
          <a:xfrm>
            <a:off x="8715375" y="2392363"/>
            <a:ext cx="187325" cy="139700"/>
          </a:xfrm>
          <a:prstGeom prst="rect">
            <a:avLst/>
          </a:prstGeom>
          <a:solidFill>
            <a:srgbClr val="6F8DB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12" name="矩形 69"/>
          <p:cNvSpPr/>
          <p:nvPr>
            <p:custDataLst>
              <p:tags r:id="rId73"/>
            </p:custDataLst>
          </p:nvPr>
        </p:nvSpPr>
        <p:spPr bwMode="auto">
          <a:xfrm>
            <a:off x="9356725" y="2392363"/>
            <a:ext cx="187325" cy="1397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13" name="矩形 73"/>
          <p:cNvSpPr/>
          <p:nvPr>
            <p:custDataLst>
              <p:tags r:id="rId74"/>
            </p:custDataLst>
          </p:nvPr>
        </p:nvSpPr>
        <p:spPr bwMode="auto">
          <a:xfrm>
            <a:off x="7740650" y="2387600"/>
            <a:ext cx="266700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0AF2D433-0795-46FD-B041-29A2A7259B64}" type="datetime'''''''''轿''''''''''''''''''车''''''''''''''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14" name="矩形 74"/>
          <p:cNvSpPr/>
          <p:nvPr>
            <p:custDataLst>
              <p:tags r:id="rId75"/>
            </p:custDataLst>
          </p:nvPr>
        </p:nvSpPr>
        <p:spPr bwMode="auto">
          <a:xfrm>
            <a:off x="8347075" y="2387600"/>
            <a:ext cx="266700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811F0A49-459A-44D5-BD32-E4EBE5729FB6}" type="datetime'S''''''''''''''''''''''''''''''''''''U''''''''''''V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15" name="矩形 75"/>
          <p:cNvSpPr/>
          <p:nvPr>
            <p:custDataLst>
              <p:tags r:id="rId76"/>
            </p:custDataLst>
          </p:nvPr>
        </p:nvSpPr>
        <p:spPr bwMode="auto">
          <a:xfrm>
            <a:off x="8953500" y="2387600"/>
            <a:ext cx="301625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57030BB4-7123-4BC3-877A-4223173C41E3}" type="datetime'''''''''M''P''''''''''''''''''V''''''''''''''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16" name="矩形 76"/>
          <p:cNvSpPr/>
          <p:nvPr>
            <p:custDataLst>
              <p:tags r:id="rId77"/>
            </p:custDataLst>
          </p:nvPr>
        </p:nvSpPr>
        <p:spPr bwMode="auto">
          <a:xfrm>
            <a:off x="9594850" y="2387600"/>
            <a:ext cx="800100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029D1BE8-F070-406C-942B-E5C8075CD4C7}" type="datetime'''''''''''''''''''''''交叉''''型乘''''用''''''''''''车''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17" name="文本占位符 12"/>
          <p:cNvSpPr txBox="1"/>
          <p:nvPr/>
        </p:nvSpPr>
        <p:spPr bwMode="auto">
          <a:xfrm>
            <a:off x="7090822" y="6122694"/>
            <a:ext cx="1311960" cy="2436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单月份额变化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18" name="文本占位符 12"/>
          <p:cNvSpPr txBox="1"/>
          <p:nvPr/>
        </p:nvSpPr>
        <p:spPr bwMode="auto">
          <a:xfrm>
            <a:off x="9707566" y="6115459"/>
            <a:ext cx="1311960" cy="2436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b="1">
                <a:solidFill>
                  <a:srgbClr val="000000"/>
                </a:solidFill>
              </a:rPr>
              <a:t>累计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份额变化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45812" name="直接连接符 80"/>
          <p:cNvCxnSpPr>
            <a:endCxn id="1048800" idx="2"/>
          </p:cNvCxnSpPr>
          <p:nvPr/>
        </p:nvCxnSpPr>
        <p:spPr>
          <a:xfrm>
            <a:off x="8962231" y="2744788"/>
            <a:ext cx="0" cy="370840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62" name="对象 35" hidden="1"/>
          <p:cNvGraphicFramePr/>
          <p:nvPr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showAsIcon="1" r:id="rId5" imgW="5080" imgH="5080" progId="TCLayout.ActiveDocument.1">
                  <p:embed/>
                </p:oleObj>
              </mc:Choice>
              <mc:Fallback>
                <p:oleObj name="think-cell 幻灯片" showAsIcon="1" r:id="rId5" imgW="5080" imgH="5080" progId="TCLayout.ActiveDocument.1">
                  <p:embed/>
                  <p:pic>
                    <p:nvPicPr>
                      <p:cNvPr id="0" name="对象 3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819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b="1"/>
              <a:t>2.2 </a:t>
            </a:r>
            <a:r>
              <a:rPr lang="zh-CN" altLang="en-US" b="1"/>
              <a:t>车型级别：新车带动</a:t>
            </a:r>
            <a:r>
              <a:rPr lang="en-US" altLang="zh-CN" b="1"/>
              <a:t>A0</a:t>
            </a:r>
            <a:r>
              <a:rPr lang="zh-CN" altLang="en-US" b="1"/>
              <a:t>级市场持续改善，新老产品迭代下</a:t>
            </a:r>
            <a:r>
              <a:rPr lang="en-US" altLang="zh-CN" b="1"/>
              <a:t>C+</a:t>
            </a:r>
            <a:r>
              <a:rPr lang="zh-CN" altLang="en-US" b="1"/>
              <a:t>级市场同比转负</a:t>
            </a:r>
            <a:endParaRPr lang="zh-CN" altLang="en-US" b="1" dirty="0"/>
          </a:p>
        </p:txBody>
      </p:sp>
      <p:sp>
        <p:nvSpPr>
          <p:cNvPr id="1048820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2110" y="854745"/>
            <a:ext cx="11268001" cy="830997"/>
          </a:xfr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月，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A00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级市场持续疲软。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A0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级市场同比持续改善，一方面零跑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A10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、缤果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Pro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等强产品力新车快速放量，另一方面缤越依托单位集中购车贡献增量。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级市场同比降幅最大，虽有启源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Q05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MG4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等纯电新品放量支撑，但油价上行下传统车和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PHEV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市场同比接近腰斩形成拖累。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C+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级市场同比转负，主要受新老产品迭代下理想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L7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、问界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M9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销量显著下滑影响。</a:t>
            </a:r>
            <a:endParaRPr lang="en-US" altLang="zh-CN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8821" name="矩形 54"/>
          <p:cNvSpPr/>
          <p:nvPr/>
        </p:nvSpPr>
        <p:spPr>
          <a:xfrm>
            <a:off x="689943" y="2236503"/>
            <a:ext cx="5406057" cy="421668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822" name="文本占位符 12"/>
          <p:cNvSpPr txBox="1"/>
          <p:nvPr/>
        </p:nvSpPr>
        <p:spPr bwMode="auto">
          <a:xfrm>
            <a:off x="701749" y="1890172"/>
            <a:ext cx="5394252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lang="en-US" altLang="zh-CN" b="1">
                <a:solidFill>
                  <a:srgbClr val="000000"/>
                </a:solidFill>
              </a:rPr>
              <a:t>5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月分车型级别市场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表现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23" name="文本占位符 12"/>
          <p:cNvSpPr txBox="1"/>
          <p:nvPr/>
        </p:nvSpPr>
        <p:spPr bwMode="auto">
          <a:xfrm>
            <a:off x="6623757" y="1891450"/>
            <a:ext cx="4824121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年分车型级别份额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走势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63" name="表格 57"/>
          <p:cNvGraphicFramePr>
            <a:graphicFrameLocks noGrp="1"/>
          </p:cNvGraphicFramePr>
          <p:nvPr/>
        </p:nvGraphicFramePr>
        <p:xfrm>
          <a:off x="702859" y="4316106"/>
          <a:ext cx="5393141" cy="277099"/>
        </p:xfrm>
        <a:graphic>
          <a:graphicData uri="http://schemas.openxmlformats.org/drawingml/2006/table">
            <a:tbl>
              <a:tblPr firstRow="1" bandRow="1"/>
              <a:tblGrid>
                <a:gridCol w="525468"/>
                <a:gridCol w="807426"/>
                <a:gridCol w="1015749"/>
                <a:gridCol w="1053726"/>
                <a:gridCol w="995386"/>
                <a:gridCol w="995386"/>
              </a:tblGrid>
              <a:tr h="277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环比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4.9%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11.8%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5.5%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12.4%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8.2%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sp>
        <p:nvSpPr>
          <p:cNvPr id="1048824" name="文本占位符 12"/>
          <p:cNvSpPr txBox="1"/>
          <p:nvPr/>
        </p:nvSpPr>
        <p:spPr bwMode="auto">
          <a:xfrm>
            <a:off x="720616" y="2280851"/>
            <a:ext cx="496166" cy="3262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25" name="文本占位符 5"/>
          <p:cNvSpPr txBox="1"/>
          <p:nvPr/>
        </p:nvSpPr>
        <p:spPr>
          <a:xfrm>
            <a:off x="661298" y="6498936"/>
            <a:ext cx="6670680" cy="30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数据来源：中汽数据有限公司终端零售数据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64" name="Chart 3"/>
          <p:cNvGraphicFramePr/>
          <p:nvPr>
            <p:custDataLst>
              <p:tags r:id="rId7"/>
            </p:custDataLst>
          </p:nvPr>
        </p:nvGraphicFramePr>
        <p:xfrm>
          <a:off x="1065213" y="2767013"/>
          <a:ext cx="5113337" cy="1509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3145813" name="直接连接符 117"/>
          <p:cNvCxnSpPr/>
          <p:nvPr>
            <p:custDataLst>
              <p:tags r:id="rId8"/>
            </p:custDataLst>
          </p:nvPr>
        </p:nvCxnSpPr>
        <p:spPr bwMode="auto">
          <a:xfrm flipV="1">
            <a:off x="1465263" y="3548063"/>
            <a:ext cx="0" cy="2095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14" name="直接连接符 118"/>
          <p:cNvCxnSpPr/>
          <p:nvPr>
            <p:custDataLst>
              <p:tags r:id="rId9"/>
            </p:custDataLst>
          </p:nvPr>
        </p:nvCxnSpPr>
        <p:spPr bwMode="auto">
          <a:xfrm>
            <a:off x="1465263" y="3548063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15" name="直接连接符 119"/>
          <p:cNvCxnSpPr/>
          <p:nvPr>
            <p:custDataLst>
              <p:tags r:id="rId10"/>
            </p:custDataLst>
          </p:nvPr>
        </p:nvCxnSpPr>
        <p:spPr bwMode="auto">
          <a:xfrm>
            <a:off x="1819275" y="3548063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16" name="直接连接符 120"/>
          <p:cNvCxnSpPr/>
          <p:nvPr>
            <p:custDataLst>
              <p:tags r:id="rId11"/>
            </p:custDataLst>
          </p:nvPr>
        </p:nvCxnSpPr>
        <p:spPr bwMode="auto">
          <a:xfrm flipV="1">
            <a:off x="2454275" y="3351213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17" name="直接连接符 121"/>
          <p:cNvCxnSpPr/>
          <p:nvPr>
            <p:custDataLst>
              <p:tags r:id="rId12"/>
            </p:custDataLst>
          </p:nvPr>
        </p:nvCxnSpPr>
        <p:spPr bwMode="auto">
          <a:xfrm>
            <a:off x="2454275" y="3351213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18" name="直接连接符 122"/>
          <p:cNvCxnSpPr/>
          <p:nvPr>
            <p:custDataLst>
              <p:tags r:id="rId13"/>
            </p:custDataLst>
          </p:nvPr>
        </p:nvCxnSpPr>
        <p:spPr bwMode="auto">
          <a:xfrm>
            <a:off x="2808288" y="3351213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19" name="直接连接符 123"/>
          <p:cNvCxnSpPr/>
          <p:nvPr>
            <p:custDataLst>
              <p:tags r:id="rId14"/>
            </p:custDataLst>
          </p:nvPr>
        </p:nvCxnSpPr>
        <p:spPr bwMode="auto">
          <a:xfrm flipV="1">
            <a:off x="3444875" y="2762250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0" name="直接连接符 124"/>
          <p:cNvCxnSpPr/>
          <p:nvPr>
            <p:custDataLst>
              <p:tags r:id="rId15"/>
            </p:custDataLst>
          </p:nvPr>
        </p:nvCxnSpPr>
        <p:spPr bwMode="auto">
          <a:xfrm>
            <a:off x="3444875" y="2762250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1" name="直接连接符 125"/>
          <p:cNvCxnSpPr/>
          <p:nvPr>
            <p:custDataLst>
              <p:tags r:id="rId16"/>
            </p:custDataLst>
          </p:nvPr>
        </p:nvCxnSpPr>
        <p:spPr bwMode="auto">
          <a:xfrm>
            <a:off x="3798888" y="2762250"/>
            <a:ext cx="0" cy="438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2" name="直接连接符 126"/>
          <p:cNvCxnSpPr/>
          <p:nvPr>
            <p:custDataLst>
              <p:tags r:id="rId17"/>
            </p:custDataLst>
          </p:nvPr>
        </p:nvCxnSpPr>
        <p:spPr bwMode="auto">
          <a:xfrm flipV="1">
            <a:off x="4433888" y="2706688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3" name="直接连接符 191"/>
          <p:cNvCxnSpPr/>
          <p:nvPr>
            <p:custDataLst>
              <p:tags r:id="rId18"/>
            </p:custDataLst>
          </p:nvPr>
        </p:nvCxnSpPr>
        <p:spPr bwMode="auto">
          <a:xfrm>
            <a:off x="4433888" y="2706688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4" name="直接连接符 192"/>
          <p:cNvCxnSpPr/>
          <p:nvPr>
            <p:custDataLst>
              <p:tags r:id="rId19"/>
            </p:custDataLst>
          </p:nvPr>
        </p:nvCxnSpPr>
        <p:spPr bwMode="auto">
          <a:xfrm>
            <a:off x="4787900" y="2706688"/>
            <a:ext cx="0" cy="3698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5" name="直接连接符 193"/>
          <p:cNvCxnSpPr/>
          <p:nvPr>
            <p:custDataLst>
              <p:tags r:id="rId20"/>
            </p:custDataLst>
          </p:nvPr>
        </p:nvCxnSpPr>
        <p:spPr bwMode="auto">
          <a:xfrm flipV="1">
            <a:off x="5424488" y="3279775"/>
            <a:ext cx="0" cy="2476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6" name="直接连接符 194"/>
          <p:cNvCxnSpPr/>
          <p:nvPr>
            <p:custDataLst>
              <p:tags r:id="rId21"/>
            </p:custDataLst>
          </p:nvPr>
        </p:nvCxnSpPr>
        <p:spPr bwMode="auto">
          <a:xfrm>
            <a:off x="5424488" y="3279775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7" name="直接连接符 196"/>
          <p:cNvCxnSpPr/>
          <p:nvPr>
            <p:custDataLst>
              <p:tags r:id="rId22"/>
            </p:custDataLst>
          </p:nvPr>
        </p:nvCxnSpPr>
        <p:spPr bwMode="auto">
          <a:xfrm>
            <a:off x="5778500" y="3279775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826" name="矩形 198"/>
          <p:cNvSpPr/>
          <p:nvPr>
            <p:custDataLst>
              <p:tags r:id="rId23"/>
            </p:custDataLst>
          </p:nvPr>
        </p:nvSpPr>
        <p:spPr bwMode="auto">
          <a:xfrm>
            <a:off x="1516063" y="4094163"/>
            <a:ext cx="2508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677110A-6E3C-41A4-9E5D-2143B39CD681}" type="datetime'''''''''''''''''''''''''''''''''''''''''''''''''A''''0''''''0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27" name="矩形 199"/>
          <p:cNvSpPr/>
          <p:nvPr>
            <p:custDataLst>
              <p:tags r:id="rId24"/>
            </p:custDataLst>
          </p:nvPr>
        </p:nvSpPr>
        <p:spPr bwMode="auto">
          <a:xfrm>
            <a:off x="2544763" y="4094163"/>
            <a:ext cx="176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632EC27-11E8-49A4-BED6-650283857432}" type="datetime'''''''''''''''''''''''''A''''''''''''''0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28" name="矩形 201"/>
          <p:cNvSpPr/>
          <p:nvPr>
            <p:custDataLst>
              <p:tags r:id="rId25"/>
            </p:custDataLst>
          </p:nvPr>
        </p:nvSpPr>
        <p:spPr bwMode="auto">
          <a:xfrm>
            <a:off x="3570288" y="4094163"/>
            <a:ext cx="1016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2C35B33-4FB0-418E-878E-48E911850CAC}" type="datetime'''''''''''''''''A''''''''''''''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29" name="矩形 197"/>
          <p:cNvSpPr/>
          <p:nvPr>
            <p:custDataLst>
              <p:tags r:id="rId26"/>
            </p:custDataLst>
          </p:nvPr>
        </p:nvSpPr>
        <p:spPr bwMode="auto">
          <a:xfrm>
            <a:off x="4565650" y="4094163"/>
            <a:ext cx="920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2794A0F-0F8A-4CB4-BAB3-DFDC6E78F5E6}" type="datetime'''''''''''B''''''''''''''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30" name="矩形 200"/>
          <p:cNvSpPr/>
          <p:nvPr>
            <p:custDataLst>
              <p:tags r:id="rId27"/>
            </p:custDataLst>
          </p:nvPr>
        </p:nvSpPr>
        <p:spPr bwMode="auto">
          <a:xfrm>
            <a:off x="5505450" y="4094163"/>
            <a:ext cx="19208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F8219C7-AE55-4355-8357-2D8B86E3BE82}" type="datetime'''''''''''''''C+''''''''''''''''''''''''''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31" name="椭圆 202"/>
          <p:cNvSpPr/>
          <p:nvPr>
            <p:custDataLst>
              <p:tags r:id="rId28"/>
            </p:custDataLst>
          </p:nvPr>
        </p:nvSpPr>
        <p:spPr bwMode="auto">
          <a:xfrm>
            <a:off x="1328738" y="3440113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B13B5D5-A02B-4F2A-9FB7-A78FB120D4ED}" type="datetime'''''''-''''''''5''4''''''''''''''''.''''''9''''''''''''%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32" name="椭圆 203"/>
          <p:cNvSpPr/>
          <p:nvPr>
            <p:custDataLst>
              <p:tags r:id="rId29"/>
            </p:custDataLst>
          </p:nvPr>
        </p:nvSpPr>
        <p:spPr bwMode="auto">
          <a:xfrm>
            <a:off x="2371725" y="3243263"/>
            <a:ext cx="517525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D2CE129-2BFD-4C14-B636-3E399F1CE68D}" type="datetime'''''-0''''''''''.''''''''''''''''3''%''''''''''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33" name="椭圆 204"/>
          <p:cNvSpPr/>
          <p:nvPr>
            <p:custDataLst>
              <p:tags r:id="rId30"/>
            </p:custDataLst>
          </p:nvPr>
        </p:nvSpPr>
        <p:spPr bwMode="auto">
          <a:xfrm>
            <a:off x="3308350" y="265430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D559933-C3EB-486E-BC72-940A28DA5D65}" type="datetime'''''''''''-''''''''''''''2''8''.''0''%''''''''''''''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34" name="椭圆 205"/>
          <p:cNvSpPr/>
          <p:nvPr>
            <p:custDataLst>
              <p:tags r:id="rId31"/>
            </p:custDataLst>
          </p:nvPr>
        </p:nvSpPr>
        <p:spPr bwMode="auto">
          <a:xfrm>
            <a:off x="4297363" y="259873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FCB2ACF-5AF9-4FC6-AA1C-7DD34959E2C5}" type="datetime'''-''''19''''''''''''''''''.''''''4''''''%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35" name="椭圆 206"/>
          <p:cNvSpPr/>
          <p:nvPr>
            <p:custDataLst>
              <p:tags r:id="rId32"/>
            </p:custDataLst>
          </p:nvPr>
        </p:nvSpPr>
        <p:spPr bwMode="auto">
          <a:xfrm>
            <a:off x="5341938" y="3171825"/>
            <a:ext cx="517525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7CD5174-E6FF-450E-BFB5-FDDB4BA23A38}" type="datetime'''''''''''''-''3''''''.''''''''''''''''7''''''''''''''''%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36" name="矩形 34"/>
          <p:cNvSpPr/>
          <p:nvPr>
            <p:custDataLst>
              <p:tags r:id="rId33"/>
            </p:custDataLst>
          </p:nvPr>
        </p:nvSpPr>
        <p:spPr bwMode="auto">
          <a:xfrm>
            <a:off x="2852738" y="2357438"/>
            <a:ext cx="214313" cy="160337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37" name="矩形 36"/>
          <p:cNvSpPr/>
          <p:nvPr>
            <p:custDataLst>
              <p:tags r:id="rId34"/>
            </p:custDataLst>
          </p:nvPr>
        </p:nvSpPr>
        <p:spPr bwMode="auto">
          <a:xfrm>
            <a:off x="3575050" y="2357438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38" name="矩形 33"/>
          <p:cNvSpPr/>
          <p:nvPr>
            <p:custDataLst>
              <p:tags r:id="rId35"/>
            </p:custDataLst>
          </p:nvPr>
        </p:nvSpPr>
        <p:spPr bwMode="auto">
          <a:xfrm>
            <a:off x="3117850" y="2352675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BA094B8-AE43-4602-8414-A0AB6E63B206}" type="datetime'''''''''''''''''''''''2''''''0''2''''''''''''''''''5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39" name="矩形 31"/>
          <p:cNvSpPr/>
          <p:nvPr>
            <p:custDataLst>
              <p:tags r:id="rId36"/>
            </p:custDataLst>
          </p:nvPr>
        </p:nvSpPr>
        <p:spPr bwMode="auto">
          <a:xfrm>
            <a:off x="3840163" y="2352675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8A78757-0522-41DF-87C8-254127ED8931}" type="datetime'''''''''2''''''0''''26''''''''''''''''''''''''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aphicFrame>
        <p:nvGraphicFramePr>
          <p:cNvPr id="4194365" name="Chart 3"/>
          <p:cNvGraphicFramePr/>
          <p:nvPr>
            <p:custDataLst>
              <p:tags r:id="rId37"/>
            </p:custDataLst>
          </p:nvPr>
        </p:nvGraphicFramePr>
        <p:xfrm>
          <a:off x="1054100" y="5056188"/>
          <a:ext cx="5124450" cy="1427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145828" name="直接连接符 22"/>
          <p:cNvCxnSpPr/>
          <p:nvPr>
            <p:custDataLst>
              <p:tags r:id="rId38"/>
            </p:custDataLst>
          </p:nvPr>
        </p:nvCxnSpPr>
        <p:spPr bwMode="auto">
          <a:xfrm flipV="1">
            <a:off x="1455738" y="5765800"/>
            <a:ext cx="0" cy="2000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29" name="直接连接符 23"/>
          <p:cNvCxnSpPr/>
          <p:nvPr>
            <p:custDataLst>
              <p:tags r:id="rId39"/>
            </p:custDataLst>
          </p:nvPr>
        </p:nvCxnSpPr>
        <p:spPr bwMode="auto">
          <a:xfrm>
            <a:off x="1455738" y="5765800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0" name="直接连接符 24"/>
          <p:cNvCxnSpPr/>
          <p:nvPr>
            <p:custDataLst>
              <p:tags r:id="rId40"/>
            </p:custDataLst>
          </p:nvPr>
        </p:nvCxnSpPr>
        <p:spPr bwMode="auto">
          <a:xfrm>
            <a:off x="1809750" y="5765800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1" name="直接连接符 25"/>
          <p:cNvCxnSpPr/>
          <p:nvPr>
            <p:custDataLst>
              <p:tags r:id="rId41"/>
            </p:custDataLst>
          </p:nvPr>
        </p:nvCxnSpPr>
        <p:spPr bwMode="auto">
          <a:xfrm flipV="1">
            <a:off x="2447925" y="5621338"/>
            <a:ext cx="0" cy="2238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2" name="直接连接符 26"/>
          <p:cNvCxnSpPr/>
          <p:nvPr>
            <p:custDataLst>
              <p:tags r:id="rId42"/>
            </p:custDataLst>
          </p:nvPr>
        </p:nvCxnSpPr>
        <p:spPr bwMode="auto">
          <a:xfrm>
            <a:off x="2447925" y="5621338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3" name="直接连接符 27"/>
          <p:cNvCxnSpPr/>
          <p:nvPr>
            <p:custDataLst>
              <p:tags r:id="rId43"/>
            </p:custDataLst>
          </p:nvPr>
        </p:nvCxnSpPr>
        <p:spPr bwMode="auto">
          <a:xfrm>
            <a:off x="2801938" y="5621338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4" name="直接连接符 28"/>
          <p:cNvCxnSpPr/>
          <p:nvPr>
            <p:custDataLst>
              <p:tags r:id="rId44"/>
            </p:custDataLst>
          </p:nvPr>
        </p:nvCxnSpPr>
        <p:spPr bwMode="auto">
          <a:xfrm flipV="1">
            <a:off x="3438525" y="5003800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5" name="直接连接符 29"/>
          <p:cNvCxnSpPr/>
          <p:nvPr>
            <p:custDataLst>
              <p:tags r:id="rId45"/>
            </p:custDataLst>
          </p:nvPr>
        </p:nvCxnSpPr>
        <p:spPr bwMode="auto">
          <a:xfrm>
            <a:off x="3438525" y="5003800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6" name="直接连接符 32"/>
          <p:cNvCxnSpPr/>
          <p:nvPr>
            <p:custDataLst>
              <p:tags r:id="rId46"/>
            </p:custDataLst>
          </p:nvPr>
        </p:nvCxnSpPr>
        <p:spPr bwMode="auto">
          <a:xfrm>
            <a:off x="3792538" y="5003800"/>
            <a:ext cx="0" cy="3825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7" name="直接连接符 37"/>
          <p:cNvCxnSpPr/>
          <p:nvPr>
            <p:custDataLst>
              <p:tags r:id="rId47"/>
            </p:custDataLst>
          </p:nvPr>
        </p:nvCxnSpPr>
        <p:spPr bwMode="auto">
          <a:xfrm flipV="1">
            <a:off x="4430713" y="4995863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8" name="直接连接符 38"/>
          <p:cNvCxnSpPr/>
          <p:nvPr>
            <p:custDataLst>
              <p:tags r:id="rId48"/>
            </p:custDataLst>
          </p:nvPr>
        </p:nvCxnSpPr>
        <p:spPr bwMode="auto">
          <a:xfrm>
            <a:off x="4430713" y="4995863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39" name="直接连接符 39"/>
          <p:cNvCxnSpPr/>
          <p:nvPr>
            <p:custDataLst>
              <p:tags r:id="rId49"/>
            </p:custDataLst>
          </p:nvPr>
        </p:nvCxnSpPr>
        <p:spPr bwMode="auto">
          <a:xfrm>
            <a:off x="4784725" y="4995863"/>
            <a:ext cx="0" cy="3270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0" name="直接连接符 40"/>
          <p:cNvCxnSpPr/>
          <p:nvPr>
            <p:custDataLst>
              <p:tags r:id="rId50"/>
            </p:custDataLst>
          </p:nvPr>
        </p:nvCxnSpPr>
        <p:spPr bwMode="auto">
          <a:xfrm flipV="1">
            <a:off x="5422900" y="5513388"/>
            <a:ext cx="0" cy="2698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1" name="直接连接符 41"/>
          <p:cNvCxnSpPr/>
          <p:nvPr>
            <p:custDataLst>
              <p:tags r:id="rId51"/>
            </p:custDataLst>
          </p:nvPr>
        </p:nvCxnSpPr>
        <p:spPr bwMode="auto">
          <a:xfrm>
            <a:off x="5422900" y="5513388"/>
            <a:ext cx="3540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2" name="直接连接符 42"/>
          <p:cNvCxnSpPr/>
          <p:nvPr>
            <p:custDataLst>
              <p:tags r:id="rId52"/>
            </p:custDataLst>
          </p:nvPr>
        </p:nvCxnSpPr>
        <p:spPr bwMode="auto">
          <a:xfrm>
            <a:off x="5776913" y="5513388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840" name="矩形 43"/>
          <p:cNvSpPr/>
          <p:nvPr>
            <p:custDataLst>
              <p:tags r:id="rId53"/>
            </p:custDataLst>
          </p:nvPr>
        </p:nvSpPr>
        <p:spPr bwMode="auto">
          <a:xfrm>
            <a:off x="1506538" y="6300788"/>
            <a:ext cx="2508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E6EA243-E751-443B-8655-E8C025F61098}" type="datetime'A''''''''''''''''0''''''''0''''''''''''''''''''''''''''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1" name="矩形 44"/>
          <p:cNvSpPr/>
          <p:nvPr>
            <p:custDataLst>
              <p:tags r:id="rId54"/>
            </p:custDataLst>
          </p:nvPr>
        </p:nvSpPr>
        <p:spPr bwMode="auto">
          <a:xfrm>
            <a:off x="2536825" y="6300788"/>
            <a:ext cx="176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CB7F965-3C00-4AC6-931F-604C8ECF41CF}" type="datetime'''''''A''''''''''0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2" name="矩形 45"/>
          <p:cNvSpPr/>
          <p:nvPr>
            <p:custDataLst>
              <p:tags r:id="rId55"/>
            </p:custDataLst>
          </p:nvPr>
        </p:nvSpPr>
        <p:spPr bwMode="auto">
          <a:xfrm>
            <a:off x="3565525" y="6300788"/>
            <a:ext cx="1016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A1F8D38-B72C-4A89-BFA6-133E8393F714}" type="datetime'''''''''''A''''''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3" name="矩形 46"/>
          <p:cNvSpPr/>
          <p:nvPr>
            <p:custDataLst>
              <p:tags r:id="rId56"/>
            </p:custDataLst>
          </p:nvPr>
        </p:nvSpPr>
        <p:spPr bwMode="auto">
          <a:xfrm>
            <a:off x="4560888" y="6300788"/>
            <a:ext cx="920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D3666C6-6744-47FC-8AD8-0D6075BAE519}" type="datetime'''''''''''''''''''''''''''''''''''''B''''''''''''''''''''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4" name="矩形 47"/>
          <p:cNvSpPr/>
          <p:nvPr>
            <p:custDataLst>
              <p:tags r:id="rId57"/>
            </p:custDataLst>
          </p:nvPr>
        </p:nvSpPr>
        <p:spPr bwMode="auto">
          <a:xfrm>
            <a:off x="5503863" y="6300788"/>
            <a:ext cx="19208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41A03A2-8357-48B7-8ACB-5C37F51B996F}" type="datetime'''''''''''''''''''''''''C''''+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5" name="椭圆 48"/>
          <p:cNvSpPr/>
          <p:nvPr>
            <p:custDataLst>
              <p:tags r:id="rId58"/>
            </p:custDataLst>
          </p:nvPr>
        </p:nvSpPr>
        <p:spPr bwMode="auto">
          <a:xfrm>
            <a:off x="1319213" y="565785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A585661-0DF1-432F-AD00-B27AEFA82B7D}" type="datetime'''''-''''''65''.''''''3''''''''''''''%''''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6" name="椭圆 49"/>
          <p:cNvSpPr/>
          <p:nvPr>
            <p:custDataLst>
              <p:tags r:id="rId59"/>
            </p:custDataLst>
          </p:nvPr>
        </p:nvSpPr>
        <p:spPr bwMode="auto">
          <a:xfrm>
            <a:off x="2311400" y="551338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2B49EDF-49BA-4A4E-A37C-A7A1EEEBC049}" type="datetime'''-''''''''''''1''''''''''6''''''''''.''''''''''''''8''%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7" name="椭圆 50"/>
          <p:cNvSpPr/>
          <p:nvPr>
            <p:custDataLst>
              <p:tags r:id="rId60"/>
            </p:custDataLst>
          </p:nvPr>
        </p:nvSpPr>
        <p:spPr bwMode="auto">
          <a:xfrm>
            <a:off x="3302000" y="489585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29432A8-27BF-4A0B-8D86-0ACE900710D2}" type="datetime'''-''2''''''''''''''2''''''''''''.''''''''''''''7''''%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8" name="椭圆 51"/>
          <p:cNvSpPr/>
          <p:nvPr>
            <p:custDataLst>
              <p:tags r:id="rId61"/>
            </p:custDataLst>
          </p:nvPr>
        </p:nvSpPr>
        <p:spPr bwMode="auto">
          <a:xfrm>
            <a:off x="4294188" y="4887913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10D426C-22BA-40FE-827C-B30502AE2F8F}" type="datetime'-''''''1''''''6''''''''''.''''''''''2%''''''''''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49" name="椭圆 52"/>
          <p:cNvSpPr/>
          <p:nvPr>
            <p:custDataLst>
              <p:tags r:id="rId62"/>
            </p:custDataLst>
          </p:nvPr>
        </p:nvSpPr>
        <p:spPr bwMode="auto">
          <a:xfrm>
            <a:off x="5311775" y="5405438"/>
            <a:ext cx="5762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2725F80-28CF-4907-AFAE-AC39D8B3CE04}" type="datetime'+3''''''''''''''''''''''.''''''''3''''''''''%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50" name="文本占位符 12"/>
          <p:cNvSpPr txBox="1"/>
          <p:nvPr/>
        </p:nvSpPr>
        <p:spPr bwMode="auto">
          <a:xfrm>
            <a:off x="747207" y="3361993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单月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51" name="文本占位符 12"/>
          <p:cNvSpPr txBox="1"/>
          <p:nvPr/>
        </p:nvSpPr>
        <p:spPr bwMode="auto">
          <a:xfrm>
            <a:off x="781085" y="5460945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累计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52" name="矩形 21"/>
          <p:cNvSpPr/>
          <p:nvPr/>
        </p:nvSpPr>
        <p:spPr>
          <a:xfrm>
            <a:off x="6427786" y="2220917"/>
            <a:ext cx="5068890" cy="4232272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3145843" name="直接连接符 30"/>
          <p:cNvCxnSpPr/>
          <p:nvPr>
            <p:custDataLst>
              <p:tags r:id="rId63"/>
            </p:custDataLst>
          </p:nvPr>
        </p:nvCxnSpPr>
        <p:spPr bwMode="auto">
          <a:xfrm>
            <a:off x="7413625" y="2787650"/>
            <a:ext cx="561975" cy="31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4" name="直接连接符 53"/>
          <p:cNvCxnSpPr/>
          <p:nvPr>
            <p:custDataLst>
              <p:tags r:id="rId64"/>
            </p:custDataLst>
          </p:nvPr>
        </p:nvCxnSpPr>
        <p:spPr bwMode="auto">
          <a:xfrm>
            <a:off x="7413625" y="2855913"/>
            <a:ext cx="5619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5" name="直接连接符 58"/>
          <p:cNvCxnSpPr/>
          <p:nvPr>
            <p:custDataLst>
              <p:tags r:id="rId65"/>
            </p:custDataLst>
          </p:nvPr>
        </p:nvCxnSpPr>
        <p:spPr bwMode="auto">
          <a:xfrm>
            <a:off x="7413625" y="3214688"/>
            <a:ext cx="561975" cy="63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6" name="直接连接符 59"/>
          <p:cNvCxnSpPr/>
          <p:nvPr>
            <p:custDataLst>
              <p:tags r:id="rId66"/>
            </p:custDataLst>
          </p:nvPr>
        </p:nvCxnSpPr>
        <p:spPr bwMode="auto">
          <a:xfrm flipV="1">
            <a:off x="7413625" y="4219575"/>
            <a:ext cx="561975" cy="269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7" name="直接连接符 60"/>
          <p:cNvCxnSpPr/>
          <p:nvPr>
            <p:custDataLst>
              <p:tags r:id="rId67"/>
            </p:custDataLst>
          </p:nvPr>
        </p:nvCxnSpPr>
        <p:spPr bwMode="auto">
          <a:xfrm>
            <a:off x="7413625" y="5400675"/>
            <a:ext cx="561975" cy="63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8" name="直接连接符 61"/>
          <p:cNvCxnSpPr/>
          <p:nvPr>
            <p:custDataLst>
              <p:tags r:id="rId68"/>
            </p:custDataLst>
          </p:nvPr>
        </p:nvCxnSpPr>
        <p:spPr bwMode="auto">
          <a:xfrm flipV="1">
            <a:off x="9948863" y="2787650"/>
            <a:ext cx="561975" cy="63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49" name="直接连接符 62"/>
          <p:cNvCxnSpPr/>
          <p:nvPr>
            <p:custDataLst>
              <p:tags r:id="rId69"/>
            </p:custDataLst>
          </p:nvPr>
        </p:nvCxnSpPr>
        <p:spPr bwMode="auto">
          <a:xfrm flipV="1">
            <a:off x="9948863" y="2840038"/>
            <a:ext cx="561975" cy="841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50" name="直接连接符 63"/>
          <p:cNvCxnSpPr/>
          <p:nvPr>
            <p:custDataLst>
              <p:tags r:id="rId70"/>
            </p:custDataLst>
          </p:nvPr>
        </p:nvCxnSpPr>
        <p:spPr bwMode="auto">
          <a:xfrm flipV="1">
            <a:off x="9948863" y="3127375"/>
            <a:ext cx="561975" cy="809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51" name="直接连接符 64"/>
          <p:cNvCxnSpPr/>
          <p:nvPr>
            <p:custDataLst>
              <p:tags r:id="rId71"/>
            </p:custDataLst>
          </p:nvPr>
        </p:nvCxnSpPr>
        <p:spPr bwMode="auto">
          <a:xfrm flipV="1">
            <a:off x="9948863" y="4222750"/>
            <a:ext cx="561975" cy="9207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52" name="直接连接符 65"/>
          <p:cNvCxnSpPr/>
          <p:nvPr>
            <p:custDataLst>
              <p:tags r:id="rId72"/>
            </p:custDataLst>
          </p:nvPr>
        </p:nvCxnSpPr>
        <p:spPr bwMode="auto">
          <a:xfrm flipV="1">
            <a:off x="9948863" y="5419725"/>
            <a:ext cx="561975" cy="619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194366" name="Chart 3"/>
          <p:cNvGraphicFramePr/>
          <p:nvPr>
            <p:custDataLst>
              <p:tags r:id="rId73"/>
            </p:custDataLst>
          </p:nvPr>
        </p:nvGraphicFramePr>
        <p:xfrm>
          <a:off x="6345238" y="2562225"/>
          <a:ext cx="5233987" cy="3546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48853" name="矩形 8"/>
          <p:cNvSpPr/>
          <p:nvPr>
            <p:custDataLst>
              <p:tags r:id="rId74"/>
            </p:custDataLst>
          </p:nvPr>
        </p:nvSpPr>
        <p:spPr bwMode="gray">
          <a:xfrm>
            <a:off x="6897688" y="2752725"/>
            <a:ext cx="327025" cy="1365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1516B31-2B69-416C-B496-4F11C8BFE1BA}" type="datetime'2''''''''''''''''''''''''''''''''''''''.2''''%'">
              <a:rPr lang="zh-CN" altLang="en-US" sz="100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854" name="矩形 67"/>
          <p:cNvSpPr/>
          <p:nvPr>
            <p:custDataLst>
              <p:tags r:id="rId75"/>
            </p:custDataLst>
          </p:nvPr>
        </p:nvSpPr>
        <p:spPr bwMode="auto">
          <a:xfrm>
            <a:off x="6853238" y="5926138"/>
            <a:ext cx="415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DD58FEE2-59B3-4586-BF7D-72288D3F5C25}" type="datetime'''''2''''''''''''''0''''''2''''6''''''.''''''''''''4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55" name="矩形 4"/>
          <p:cNvSpPr/>
          <p:nvPr>
            <p:custDataLst>
              <p:tags r:id="rId76"/>
            </p:custDataLst>
          </p:nvPr>
        </p:nvSpPr>
        <p:spPr bwMode="gray">
          <a:xfrm>
            <a:off x="8164513" y="2754313"/>
            <a:ext cx="327025" cy="1365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CCA4019-8EF7-442F-8D20-05B684362983}" type="datetime'''''2.''''''''''''''''''''''''''1''''''''%'''''''''''''''''">
              <a:rPr lang="zh-CN" altLang="en-US" sz="100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856" name="矩形 69"/>
          <p:cNvSpPr/>
          <p:nvPr>
            <p:custDataLst>
              <p:tags r:id="rId77"/>
            </p:custDataLst>
          </p:nvPr>
        </p:nvSpPr>
        <p:spPr bwMode="auto">
          <a:xfrm>
            <a:off x="8120063" y="5926138"/>
            <a:ext cx="415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9D43C1D1-D181-44B9-939A-FFE2D1B9D4D6}" type="datetime'''''''''''2''''''02''''''6''.''''5''''''''''''''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57" name="矩形 70"/>
          <p:cNvSpPr/>
          <p:nvPr>
            <p:custDataLst>
              <p:tags r:id="rId78"/>
            </p:custDataLst>
          </p:nvPr>
        </p:nvSpPr>
        <p:spPr bwMode="auto">
          <a:xfrm>
            <a:off x="9286875" y="5926138"/>
            <a:ext cx="6207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A7C5E9AC-E74D-4B7F-8B3A-71BE53CC1639}" type="datetime'''''''2''02''''5.1''''''''''-1''''2''''''''''''''''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58" name="矩形 5"/>
          <p:cNvSpPr/>
          <p:nvPr>
            <p:custDataLst>
              <p:tags r:id="rId79"/>
            </p:custDataLst>
          </p:nvPr>
        </p:nvSpPr>
        <p:spPr bwMode="gray">
          <a:xfrm>
            <a:off x="10699750" y="2744788"/>
            <a:ext cx="327025" cy="13652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D1D9465D-A6B2-4800-82F6-4BDD5AFF225B}" type="datetime'''''''''''''''1''''''''''.''7''''''%'''">
              <a:rPr lang="zh-CN" altLang="en-US" sz="100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sz="1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859" name="矩形 73"/>
          <p:cNvSpPr/>
          <p:nvPr>
            <p:custDataLst>
              <p:tags r:id="rId80"/>
            </p:custDataLst>
          </p:nvPr>
        </p:nvSpPr>
        <p:spPr bwMode="auto">
          <a:xfrm>
            <a:off x="10590213" y="5926138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DCCBCF71-E09E-46C7-BC6C-BF568C2DF08F}" type="datetime'''''''''''2''''''''''0''2''''''''''''''''''6.''1''-5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60" name="矩形 74"/>
          <p:cNvSpPr/>
          <p:nvPr>
            <p:custDataLst>
              <p:tags r:id="rId81"/>
            </p:custDataLst>
          </p:nvPr>
        </p:nvSpPr>
        <p:spPr bwMode="auto">
          <a:xfrm>
            <a:off x="7842250" y="2392363"/>
            <a:ext cx="187325" cy="1397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61" name="矩形 75"/>
          <p:cNvSpPr/>
          <p:nvPr>
            <p:custDataLst>
              <p:tags r:id="rId82"/>
            </p:custDataLst>
          </p:nvPr>
        </p:nvSpPr>
        <p:spPr bwMode="auto">
          <a:xfrm>
            <a:off x="8431213" y="2392363"/>
            <a:ext cx="187325" cy="139700"/>
          </a:xfrm>
          <a:prstGeom prst="rect">
            <a:avLst/>
          </a:prstGeom>
          <a:solidFill>
            <a:srgbClr val="6F8DB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62" name="矩形 76"/>
          <p:cNvSpPr/>
          <p:nvPr>
            <p:custDataLst>
              <p:tags r:id="rId83"/>
            </p:custDataLst>
          </p:nvPr>
        </p:nvSpPr>
        <p:spPr bwMode="auto">
          <a:xfrm>
            <a:off x="8942388" y="2392363"/>
            <a:ext cx="187325" cy="139700"/>
          </a:xfrm>
          <a:prstGeom prst="rect">
            <a:avLst/>
          </a:prstGeom>
          <a:solidFill>
            <a:srgbClr val="9DB1C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63" name="矩形 77"/>
          <p:cNvSpPr/>
          <p:nvPr>
            <p:custDataLst>
              <p:tags r:id="rId84"/>
            </p:custDataLst>
          </p:nvPr>
        </p:nvSpPr>
        <p:spPr bwMode="auto">
          <a:xfrm>
            <a:off x="9375775" y="2392363"/>
            <a:ext cx="187325" cy="139700"/>
          </a:xfrm>
          <a:prstGeom prst="rect">
            <a:avLst/>
          </a:prstGeom>
          <a:solidFill>
            <a:srgbClr val="C3CFE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64" name="矩形 78"/>
          <p:cNvSpPr/>
          <p:nvPr>
            <p:custDataLst>
              <p:tags r:id="rId85"/>
            </p:custDataLst>
          </p:nvPr>
        </p:nvSpPr>
        <p:spPr bwMode="auto">
          <a:xfrm>
            <a:off x="9799638" y="2392363"/>
            <a:ext cx="187325" cy="139700"/>
          </a:xfrm>
          <a:prstGeom prst="rect">
            <a:avLst/>
          </a:prstGeom>
          <a:solidFill>
            <a:srgbClr val="DFE5E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65" name="矩形 79"/>
          <p:cNvSpPr/>
          <p:nvPr>
            <p:custDataLst>
              <p:tags r:id="rId86"/>
            </p:custDataLst>
          </p:nvPr>
        </p:nvSpPr>
        <p:spPr bwMode="auto">
          <a:xfrm>
            <a:off x="8080375" y="2387600"/>
            <a:ext cx="249238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64226AE3-50C1-424B-A805-641380C37682}" type="datetime'''''''''A''''''0''0''''''''''''''''''''''''''''''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66" name="矩形 80"/>
          <p:cNvSpPr/>
          <p:nvPr>
            <p:custDataLst>
              <p:tags r:id="rId87"/>
            </p:custDataLst>
          </p:nvPr>
        </p:nvSpPr>
        <p:spPr bwMode="auto">
          <a:xfrm>
            <a:off x="8669338" y="2387600"/>
            <a:ext cx="171450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EA3FB348-F380-44A4-9ABF-D9B33F57BDDF}" type="datetime'A''''''''''''''''''''''''''''''''''''''''''''''''''''''0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67" name="矩形 81"/>
          <p:cNvSpPr/>
          <p:nvPr>
            <p:custDataLst>
              <p:tags r:id="rId88"/>
            </p:custDataLst>
          </p:nvPr>
        </p:nvSpPr>
        <p:spPr bwMode="auto">
          <a:xfrm>
            <a:off x="9180513" y="2387600"/>
            <a:ext cx="93663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4A5A65AE-E705-40B3-9895-51DCC3105A86}" type="datetime'''''''''''''''''''''''''''''''''''''''A''''''''''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68" name="矩形 82"/>
          <p:cNvSpPr/>
          <p:nvPr>
            <p:custDataLst>
              <p:tags r:id="rId89"/>
            </p:custDataLst>
          </p:nvPr>
        </p:nvSpPr>
        <p:spPr bwMode="auto">
          <a:xfrm>
            <a:off x="9613900" y="2387600"/>
            <a:ext cx="84138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0E1E910B-7DC7-423E-A66D-4E14A11F58AD}" type="datetime'''''''''''''''''''''''''''''''''''''''''B''''''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69" name="矩形 83"/>
          <p:cNvSpPr/>
          <p:nvPr>
            <p:custDataLst>
              <p:tags r:id="rId90"/>
            </p:custDataLst>
          </p:nvPr>
        </p:nvSpPr>
        <p:spPr bwMode="auto">
          <a:xfrm>
            <a:off x="10037763" y="2387600"/>
            <a:ext cx="187325" cy="1603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</a:pPr>
            <a:fld id="{2D0D44B2-9373-4737-879E-66FDD99538D9}" type="datetime'''''''C''''''+'''''''''''''''''''''''">
              <a:rPr lang="zh-CN" altLang="en-US" sz="105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5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048870" name="文本占位符 12"/>
          <p:cNvSpPr txBox="1"/>
          <p:nvPr/>
        </p:nvSpPr>
        <p:spPr bwMode="auto">
          <a:xfrm>
            <a:off x="7090822" y="6122694"/>
            <a:ext cx="1311960" cy="2436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单月份额变化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71" name="文本占位符 12"/>
          <p:cNvSpPr txBox="1"/>
          <p:nvPr/>
        </p:nvSpPr>
        <p:spPr bwMode="auto">
          <a:xfrm>
            <a:off x="9707566" y="6115459"/>
            <a:ext cx="1311960" cy="2436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b="1">
                <a:solidFill>
                  <a:srgbClr val="000000"/>
                </a:solidFill>
              </a:rPr>
              <a:t>累计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份额变化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45853" name="直接连接符 86"/>
          <p:cNvCxnSpPr>
            <a:endCxn id="1048852" idx="2"/>
          </p:cNvCxnSpPr>
          <p:nvPr/>
        </p:nvCxnSpPr>
        <p:spPr>
          <a:xfrm>
            <a:off x="8962231" y="2744788"/>
            <a:ext cx="0" cy="3708401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67" name="对象 35" hidden="1"/>
          <p:cNvGraphicFramePr/>
          <p:nvPr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5" imgW="5080" imgH="5080" progId="TCLayout.ActiveDocument.1">
                  <p:embed/>
                </p:oleObj>
              </mc:Choice>
              <mc:Fallback>
                <p:oleObj name="think-cell 幻灯片" r:id="rId5" imgW="5080" imgH="5080" progId="TCLayout.ActiveDocument.1">
                  <p:embed/>
                  <p:pic>
                    <p:nvPicPr>
                      <p:cNvPr id="0" name="对象 3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87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b="1"/>
              <a:t>2.3 </a:t>
            </a:r>
            <a:r>
              <a:rPr lang="zh-CN" altLang="en-US" b="1"/>
              <a:t>轿车级别：传统车市场疲软叠加秦</a:t>
            </a:r>
            <a:r>
              <a:rPr lang="en-US" altLang="zh-CN" b="1"/>
              <a:t>PLUS</a:t>
            </a:r>
            <a:r>
              <a:rPr lang="zh-CN" altLang="en-US" b="1"/>
              <a:t>销量下滑，</a:t>
            </a:r>
            <a:r>
              <a:rPr lang="en-US" altLang="zh-CN" b="1"/>
              <a:t>A</a:t>
            </a:r>
            <a:r>
              <a:rPr lang="zh-CN" altLang="en-US" b="1"/>
              <a:t>级市场同比降幅最大</a:t>
            </a:r>
            <a:endParaRPr lang="zh-CN" altLang="en-US" b="1" dirty="0"/>
          </a:p>
        </p:txBody>
      </p:sp>
      <p:sp>
        <p:nvSpPr>
          <p:cNvPr id="104887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2110" y="854745"/>
            <a:ext cx="11268001" cy="830997"/>
          </a:xfr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月，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级市场同比降幅最大，新车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MG4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与零跑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B01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销量爬坡虽有支撑，然而传统车表现不佳，叠加秦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PLUS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纯电版竞争力不足，长续航插混版本销量亦未达预期，拖累市场表现。仅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级市场同比降幅收窄，新车深蓝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L06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、启源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A06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放量是主因。各级别市场环比均转正，但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C+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级市场环比增幅收窄，主要受上月新一代小米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SU7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销量攀升所形成的高基数影响。</a:t>
            </a:r>
            <a:endParaRPr lang="en-US" altLang="zh-CN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8874" name="矩形 54"/>
          <p:cNvSpPr/>
          <p:nvPr/>
        </p:nvSpPr>
        <p:spPr>
          <a:xfrm>
            <a:off x="689943" y="2236503"/>
            <a:ext cx="5642899" cy="421668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875" name="文本占位符 12"/>
          <p:cNvSpPr txBox="1"/>
          <p:nvPr/>
        </p:nvSpPr>
        <p:spPr bwMode="auto">
          <a:xfrm>
            <a:off x="701748" y="1890172"/>
            <a:ext cx="5642899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月轿车分级别市场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表现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76" name="文本占位符 12"/>
          <p:cNvSpPr txBox="1"/>
          <p:nvPr/>
        </p:nvSpPr>
        <p:spPr bwMode="auto">
          <a:xfrm>
            <a:off x="6623757" y="1891450"/>
            <a:ext cx="4824121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lang="zh-CN" altLang="en-US" b="1">
                <a:solidFill>
                  <a:srgbClr val="000000"/>
                </a:solidFill>
              </a:rPr>
              <a:t>轿车分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级别份额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走势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68" name="表格 57"/>
          <p:cNvGraphicFramePr>
            <a:graphicFrameLocks noGrp="1"/>
          </p:cNvGraphicFramePr>
          <p:nvPr/>
        </p:nvGraphicFramePr>
        <p:xfrm>
          <a:off x="696400" y="4116388"/>
          <a:ext cx="5629983" cy="554198"/>
        </p:xfrm>
        <a:graphic>
          <a:graphicData uri="http://schemas.openxmlformats.org/drawingml/2006/table">
            <a:tbl>
              <a:tblPr firstRow="1" bandRow="1"/>
              <a:tblGrid>
                <a:gridCol w="498094"/>
                <a:gridCol w="851254"/>
                <a:gridCol w="1070884"/>
                <a:gridCol w="1110921"/>
                <a:gridCol w="1049415"/>
                <a:gridCol w="1049415"/>
              </a:tblGrid>
              <a:tr h="277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环比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4.9%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15.9%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  <a:tr h="2770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5.2%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17.2%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28.3%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33.4%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15.9%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sp>
        <p:nvSpPr>
          <p:cNvPr id="1048877" name="文本占位符 12"/>
          <p:cNvSpPr txBox="1"/>
          <p:nvPr/>
        </p:nvSpPr>
        <p:spPr bwMode="auto">
          <a:xfrm>
            <a:off x="720616" y="2280851"/>
            <a:ext cx="496166" cy="3262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78" name="文本占位符 5"/>
          <p:cNvSpPr txBox="1"/>
          <p:nvPr/>
        </p:nvSpPr>
        <p:spPr>
          <a:xfrm>
            <a:off x="661298" y="6498936"/>
            <a:ext cx="9326218" cy="30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数据来源：中汽数据有限公司终端</a:t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零售数据，右侧份额为在轿车市场份额，排名变化为较上月变化，蓝色填充为传统车型，绿色填充为新能源车型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69" name="Chart 3"/>
          <p:cNvGraphicFramePr/>
          <p:nvPr>
            <p:custDataLst>
              <p:tags r:id="rId7"/>
            </p:custDataLst>
          </p:nvPr>
        </p:nvGraphicFramePr>
        <p:xfrm>
          <a:off x="1065213" y="2767013"/>
          <a:ext cx="5307012" cy="133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3145854" name="直接连接符 117"/>
          <p:cNvCxnSpPr/>
          <p:nvPr>
            <p:custDataLst>
              <p:tags r:id="rId8"/>
            </p:custDataLst>
          </p:nvPr>
        </p:nvCxnSpPr>
        <p:spPr bwMode="auto">
          <a:xfrm flipV="1">
            <a:off x="1477963" y="3300413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55" name="直接连接符 118"/>
          <p:cNvCxnSpPr/>
          <p:nvPr>
            <p:custDataLst>
              <p:tags r:id="rId9"/>
            </p:custDataLst>
          </p:nvPr>
        </p:nvCxnSpPr>
        <p:spPr bwMode="auto">
          <a:xfrm>
            <a:off x="1477963" y="3300413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56" name="直接连接符 119"/>
          <p:cNvCxnSpPr/>
          <p:nvPr>
            <p:custDataLst>
              <p:tags r:id="rId10"/>
            </p:custDataLst>
          </p:nvPr>
        </p:nvCxnSpPr>
        <p:spPr bwMode="auto">
          <a:xfrm>
            <a:off x="1844675" y="3300413"/>
            <a:ext cx="0" cy="2905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57" name="直接连接符 120"/>
          <p:cNvCxnSpPr/>
          <p:nvPr>
            <p:custDataLst>
              <p:tags r:id="rId11"/>
            </p:custDataLst>
          </p:nvPr>
        </p:nvCxnSpPr>
        <p:spPr bwMode="auto">
          <a:xfrm flipV="1">
            <a:off x="2506663" y="3130550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58" name="直接连接符 121"/>
          <p:cNvCxnSpPr/>
          <p:nvPr>
            <p:custDataLst>
              <p:tags r:id="rId12"/>
            </p:custDataLst>
          </p:nvPr>
        </p:nvCxnSpPr>
        <p:spPr bwMode="auto">
          <a:xfrm>
            <a:off x="2506663" y="3130550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59" name="直接连接符 122"/>
          <p:cNvCxnSpPr/>
          <p:nvPr>
            <p:custDataLst>
              <p:tags r:id="rId13"/>
            </p:custDataLst>
          </p:nvPr>
        </p:nvCxnSpPr>
        <p:spPr bwMode="auto">
          <a:xfrm>
            <a:off x="2873375" y="3130550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0" name="直接连接符 123"/>
          <p:cNvCxnSpPr/>
          <p:nvPr>
            <p:custDataLst>
              <p:tags r:id="rId14"/>
            </p:custDataLst>
          </p:nvPr>
        </p:nvCxnSpPr>
        <p:spPr bwMode="auto">
          <a:xfrm flipV="1">
            <a:off x="3535363" y="2784475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1" name="直接连接符 124"/>
          <p:cNvCxnSpPr/>
          <p:nvPr>
            <p:custDataLst>
              <p:tags r:id="rId15"/>
            </p:custDataLst>
          </p:nvPr>
        </p:nvCxnSpPr>
        <p:spPr bwMode="auto">
          <a:xfrm>
            <a:off x="3535363" y="2784475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2" name="直接连接符 125"/>
          <p:cNvCxnSpPr/>
          <p:nvPr>
            <p:custDataLst>
              <p:tags r:id="rId16"/>
            </p:custDataLst>
          </p:nvPr>
        </p:nvCxnSpPr>
        <p:spPr bwMode="auto">
          <a:xfrm>
            <a:off x="3902075" y="2784475"/>
            <a:ext cx="0" cy="4191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3" name="直接连接符 126"/>
          <p:cNvCxnSpPr/>
          <p:nvPr>
            <p:custDataLst>
              <p:tags r:id="rId17"/>
            </p:custDataLst>
          </p:nvPr>
        </p:nvCxnSpPr>
        <p:spPr bwMode="auto">
          <a:xfrm flipV="1">
            <a:off x="4562475" y="2706688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4" name="直接连接符 191"/>
          <p:cNvCxnSpPr/>
          <p:nvPr>
            <p:custDataLst>
              <p:tags r:id="rId18"/>
            </p:custDataLst>
          </p:nvPr>
        </p:nvCxnSpPr>
        <p:spPr bwMode="auto">
          <a:xfrm>
            <a:off x="4562475" y="2706688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5" name="直接连接符 192"/>
          <p:cNvCxnSpPr/>
          <p:nvPr>
            <p:custDataLst>
              <p:tags r:id="rId19"/>
            </p:custDataLst>
          </p:nvPr>
        </p:nvCxnSpPr>
        <p:spPr bwMode="auto">
          <a:xfrm>
            <a:off x="4929188" y="2706688"/>
            <a:ext cx="0" cy="4111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6" name="直接连接符 193"/>
          <p:cNvCxnSpPr/>
          <p:nvPr>
            <p:custDataLst>
              <p:tags r:id="rId20"/>
            </p:custDataLst>
          </p:nvPr>
        </p:nvCxnSpPr>
        <p:spPr bwMode="auto">
          <a:xfrm flipV="1">
            <a:off x="5591175" y="3151188"/>
            <a:ext cx="0" cy="2000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7" name="直接连接符 194"/>
          <p:cNvCxnSpPr/>
          <p:nvPr>
            <p:custDataLst>
              <p:tags r:id="rId21"/>
            </p:custDataLst>
          </p:nvPr>
        </p:nvCxnSpPr>
        <p:spPr bwMode="auto">
          <a:xfrm>
            <a:off x="5591175" y="3151188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68" name="直接连接符 196"/>
          <p:cNvCxnSpPr/>
          <p:nvPr>
            <p:custDataLst>
              <p:tags r:id="rId22"/>
            </p:custDataLst>
          </p:nvPr>
        </p:nvCxnSpPr>
        <p:spPr bwMode="auto">
          <a:xfrm>
            <a:off x="5957888" y="3151188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879" name="矩形 198"/>
          <p:cNvSpPr/>
          <p:nvPr>
            <p:custDataLst>
              <p:tags r:id="rId23"/>
            </p:custDataLst>
          </p:nvPr>
        </p:nvSpPr>
        <p:spPr bwMode="auto">
          <a:xfrm>
            <a:off x="1535113" y="3921125"/>
            <a:ext cx="2508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677110A-6E3C-41A4-9E5D-2143B39CD681}" type="datetime'''''''''''''''''''''''''''''''''''''''''''''''''A''''0''''''0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0" name="矩形 199"/>
          <p:cNvSpPr/>
          <p:nvPr>
            <p:custDataLst>
              <p:tags r:id="rId24"/>
            </p:custDataLst>
          </p:nvPr>
        </p:nvSpPr>
        <p:spPr bwMode="auto">
          <a:xfrm>
            <a:off x="2601913" y="3921125"/>
            <a:ext cx="176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632EC27-11E8-49A4-BED6-650283857432}" type="datetime'''''''''''''''''''''''''A''''''''''''''0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1" name="矩形 201"/>
          <p:cNvSpPr/>
          <p:nvPr>
            <p:custDataLst>
              <p:tags r:id="rId25"/>
            </p:custDataLst>
          </p:nvPr>
        </p:nvSpPr>
        <p:spPr bwMode="auto">
          <a:xfrm>
            <a:off x="3667125" y="3921125"/>
            <a:ext cx="1016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2C35B33-4FB0-418E-878E-48E911850CAC}" type="datetime'''''''''''''''''A''''''''''''''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2" name="矩形 197"/>
          <p:cNvSpPr/>
          <p:nvPr>
            <p:custDataLst>
              <p:tags r:id="rId26"/>
            </p:custDataLst>
          </p:nvPr>
        </p:nvSpPr>
        <p:spPr bwMode="auto">
          <a:xfrm>
            <a:off x="4699000" y="3921125"/>
            <a:ext cx="920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2794A0F-0F8A-4CB4-BAB3-DFDC6E78F5E6}" type="datetime'''''''''''B''''''''''''''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3" name="矩形 200"/>
          <p:cNvSpPr/>
          <p:nvPr>
            <p:custDataLst>
              <p:tags r:id="rId27"/>
            </p:custDataLst>
          </p:nvPr>
        </p:nvSpPr>
        <p:spPr bwMode="auto">
          <a:xfrm>
            <a:off x="5678488" y="3921125"/>
            <a:ext cx="19208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F8219C7-AE55-4355-8357-2D8B86E3BE82}" type="datetime'''''''''''''''C+''''''''''''''''''''''''''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4" name="椭圆 202"/>
          <p:cNvSpPr/>
          <p:nvPr>
            <p:custDataLst>
              <p:tags r:id="rId28"/>
            </p:custDataLst>
          </p:nvPr>
        </p:nvSpPr>
        <p:spPr bwMode="auto">
          <a:xfrm>
            <a:off x="1347788" y="3192463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568A316-41FF-4D8B-9F89-E90CACCA9395}" type="datetime'''-5''''''''''''''''''''''''4''''.''9''%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5" name="椭圆 203"/>
          <p:cNvSpPr/>
          <p:nvPr>
            <p:custDataLst>
              <p:tags r:id="rId29"/>
            </p:custDataLst>
          </p:nvPr>
        </p:nvSpPr>
        <p:spPr bwMode="auto">
          <a:xfrm>
            <a:off x="2430463" y="3022600"/>
            <a:ext cx="517525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E9BE454-D797-4024-B0AA-94DBE56C390C}" type="datetime'''''''''''-''''''''8''''''''''.''3''%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6" name="椭圆 204"/>
          <p:cNvSpPr/>
          <p:nvPr>
            <p:custDataLst>
              <p:tags r:id="rId30"/>
            </p:custDataLst>
          </p:nvPr>
        </p:nvSpPr>
        <p:spPr bwMode="auto">
          <a:xfrm>
            <a:off x="3405188" y="2676525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CE7CE01-2BD6-4ABB-9087-C366D41EB219}" type="datetime'''''''''''''''''''''''-''3''3.''''2''''''%''''''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7" name="椭圆 205"/>
          <p:cNvSpPr/>
          <p:nvPr>
            <p:custDataLst>
              <p:tags r:id="rId31"/>
            </p:custDataLst>
          </p:nvPr>
        </p:nvSpPr>
        <p:spPr bwMode="auto">
          <a:xfrm>
            <a:off x="4432300" y="259873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E273F86-5A88-4FCE-BABA-3D62CE42601E}" type="datetime'''-''''''2''''''''''''''8''''''''''''''''''''.''8''''%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8" name="椭圆 206"/>
          <p:cNvSpPr/>
          <p:nvPr>
            <p:custDataLst>
              <p:tags r:id="rId32"/>
            </p:custDataLst>
          </p:nvPr>
        </p:nvSpPr>
        <p:spPr bwMode="auto">
          <a:xfrm>
            <a:off x="5461000" y="304323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3CF7C16-45FF-4CFB-9BD2-5A32713844CC}" type="datetime'''-''''''1''''''''''''''''8''''''''.''''''''''''''''3''''%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89" name="矩形 14"/>
          <p:cNvSpPr/>
          <p:nvPr/>
        </p:nvSpPr>
        <p:spPr>
          <a:xfrm>
            <a:off x="6443662" y="2236503"/>
            <a:ext cx="5053014" cy="421668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890" name="矩形 34"/>
          <p:cNvSpPr/>
          <p:nvPr>
            <p:custDataLst>
              <p:tags r:id="rId33"/>
            </p:custDataLst>
          </p:nvPr>
        </p:nvSpPr>
        <p:spPr bwMode="auto">
          <a:xfrm>
            <a:off x="2852738" y="2357438"/>
            <a:ext cx="214313" cy="160337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91" name="矩形 36"/>
          <p:cNvSpPr/>
          <p:nvPr>
            <p:custDataLst>
              <p:tags r:id="rId34"/>
            </p:custDataLst>
          </p:nvPr>
        </p:nvSpPr>
        <p:spPr bwMode="auto">
          <a:xfrm>
            <a:off x="3575050" y="2357438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892" name="矩形 33"/>
          <p:cNvSpPr/>
          <p:nvPr>
            <p:custDataLst>
              <p:tags r:id="rId35"/>
            </p:custDataLst>
          </p:nvPr>
        </p:nvSpPr>
        <p:spPr bwMode="auto">
          <a:xfrm>
            <a:off x="3117850" y="2352675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BA094B8-AE43-4602-8414-A0AB6E63B206}" type="datetime'''''''''''''''''''''''2''''''0''2''''''''''''''''''5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93" name="矩形 31"/>
          <p:cNvSpPr/>
          <p:nvPr>
            <p:custDataLst>
              <p:tags r:id="rId36"/>
            </p:custDataLst>
          </p:nvPr>
        </p:nvSpPr>
        <p:spPr bwMode="auto">
          <a:xfrm>
            <a:off x="3840163" y="2352675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8A78757-0522-41DF-87C8-254127ED8931}" type="datetime'''''''''2''''''0''''26''''''''''''''''''''''''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aphicFrame>
        <p:nvGraphicFramePr>
          <p:cNvPr id="4194370" name="Chart 3"/>
          <p:cNvGraphicFramePr/>
          <p:nvPr>
            <p:custDataLst>
              <p:tags r:id="rId37"/>
            </p:custDataLst>
          </p:nvPr>
        </p:nvGraphicFramePr>
        <p:xfrm>
          <a:off x="1054100" y="4924425"/>
          <a:ext cx="5307013" cy="1233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145869" name="直接连接符 22"/>
          <p:cNvCxnSpPr/>
          <p:nvPr>
            <p:custDataLst>
              <p:tags r:id="rId38"/>
            </p:custDataLst>
          </p:nvPr>
        </p:nvCxnSpPr>
        <p:spPr bwMode="auto">
          <a:xfrm flipV="1">
            <a:off x="1466850" y="5372100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0" name="直接连接符 23"/>
          <p:cNvCxnSpPr/>
          <p:nvPr>
            <p:custDataLst>
              <p:tags r:id="rId39"/>
            </p:custDataLst>
          </p:nvPr>
        </p:nvCxnSpPr>
        <p:spPr bwMode="auto">
          <a:xfrm>
            <a:off x="1466850" y="5372100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1" name="直接连接符 24"/>
          <p:cNvCxnSpPr/>
          <p:nvPr>
            <p:custDataLst>
              <p:tags r:id="rId40"/>
            </p:custDataLst>
          </p:nvPr>
        </p:nvCxnSpPr>
        <p:spPr bwMode="auto">
          <a:xfrm>
            <a:off x="1833563" y="5372100"/>
            <a:ext cx="0" cy="3000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2" name="直接连接符 25"/>
          <p:cNvCxnSpPr/>
          <p:nvPr>
            <p:custDataLst>
              <p:tags r:id="rId41"/>
            </p:custDataLst>
          </p:nvPr>
        </p:nvCxnSpPr>
        <p:spPr bwMode="auto">
          <a:xfrm flipV="1">
            <a:off x="2495550" y="5273675"/>
            <a:ext cx="0" cy="2190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3" name="直接连接符 26"/>
          <p:cNvCxnSpPr/>
          <p:nvPr>
            <p:custDataLst>
              <p:tags r:id="rId42"/>
            </p:custDataLst>
          </p:nvPr>
        </p:nvCxnSpPr>
        <p:spPr bwMode="auto">
          <a:xfrm>
            <a:off x="2495550" y="5273675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4" name="直接连接符 27"/>
          <p:cNvCxnSpPr/>
          <p:nvPr>
            <p:custDataLst>
              <p:tags r:id="rId43"/>
            </p:custDataLst>
          </p:nvPr>
        </p:nvCxnSpPr>
        <p:spPr bwMode="auto">
          <a:xfrm>
            <a:off x="2862263" y="5273675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5" name="直接连接符 28"/>
          <p:cNvCxnSpPr/>
          <p:nvPr>
            <p:custDataLst>
              <p:tags r:id="rId44"/>
            </p:custDataLst>
          </p:nvPr>
        </p:nvCxnSpPr>
        <p:spPr bwMode="auto">
          <a:xfrm flipV="1">
            <a:off x="3524250" y="4879975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6" name="直接连接符 29"/>
          <p:cNvCxnSpPr/>
          <p:nvPr>
            <p:custDataLst>
              <p:tags r:id="rId45"/>
            </p:custDataLst>
          </p:nvPr>
        </p:nvCxnSpPr>
        <p:spPr bwMode="auto">
          <a:xfrm>
            <a:off x="3524250" y="4879975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7" name="直接连接符 32"/>
          <p:cNvCxnSpPr/>
          <p:nvPr>
            <p:custDataLst>
              <p:tags r:id="rId46"/>
            </p:custDataLst>
          </p:nvPr>
        </p:nvCxnSpPr>
        <p:spPr bwMode="auto">
          <a:xfrm>
            <a:off x="3890963" y="4879975"/>
            <a:ext cx="0" cy="3714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8" name="直接连接符 37"/>
          <p:cNvCxnSpPr/>
          <p:nvPr>
            <p:custDataLst>
              <p:tags r:id="rId47"/>
            </p:custDataLst>
          </p:nvPr>
        </p:nvCxnSpPr>
        <p:spPr bwMode="auto">
          <a:xfrm flipV="1">
            <a:off x="4551363" y="4864100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79" name="直接连接符 38"/>
          <p:cNvCxnSpPr/>
          <p:nvPr>
            <p:custDataLst>
              <p:tags r:id="rId48"/>
            </p:custDataLst>
          </p:nvPr>
        </p:nvCxnSpPr>
        <p:spPr bwMode="auto">
          <a:xfrm>
            <a:off x="4551363" y="4864100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0" name="直接连接符 39"/>
          <p:cNvCxnSpPr/>
          <p:nvPr>
            <p:custDataLst>
              <p:tags r:id="rId49"/>
            </p:custDataLst>
          </p:nvPr>
        </p:nvCxnSpPr>
        <p:spPr bwMode="auto">
          <a:xfrm>
            <a:off x="4918075" y="4864100"/>
            <a:ext cx="0" cy="3476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1" name="直接连接符 40"/>
          <p:cNvCxnSpPr/>
          <p:nvPr>
            <p:custDataLst>
              <p:tags r:id="rId50"/>
            </p:custDataLst>
          </p:nvPr>
        </p:nvCxnSpPr>
        <p:spPr bwMode="auto">
          <a:xfrm flipV="1">
            <a:off x="5580063" y="5254625"/>
            <a:ext cx="0" cy="1984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2" name="直接连接符 41"/>
          <p:cNvCxnSpPr/>
          <p:nvPr>
            <p:custDataLst>
              <p:tags r:id="rId51"/>
            </p:custDataLst>
          </p:nvPr>
        </p:nvCxnSpPr>
        <p:spPr bwMode="auto">
          <a:xfrm>
            <a:off x="5580063" y="5254625"/>
            <a:ext cx="36671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3" name="直接连接符 42"/>
          <p:cNvCxnSpPr/>
          <p:nvPr>
            <p:custDataLst>
              <p:tags r:id="rId52"/>
            </p:custDataLst>
          </p:nvPr>
        </p:nvCxnSpPr>
        <p:spPr bwMode="auto">
          <a:xfrm>
            <a:off x="5946775" y="5254625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894" name="矩形 43"/>
          <p:cNvSpPr/>
          <p:nvPr>
            <p:custDataLst>
              <p:tags r:id="rId53"/>
            </p:custDataLst>
          </p:nvPr>
        </p:nvSpPr>
        <p:spPr bwMode="auto">
          <a:xfrm>
            <a:off x="1524000" y="5975350"/>
            <a:ext cx="2508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E6EA243-E751-443B-8655-E8C025F61098}" type="datetime'A''''''''''''''''0''''''''0''''''''''''''''''''''''''''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95" name="矩形 44"/>
          <p:cNvSpPr/>
          <p:nvPr>
            <p:custDataLst>
              <p:tags r:id="rId54"/>
            </p:custDataLst>
          </p:nvPr>
        </p:nvSpPr>
        <p:spPr bwMode="auto">
          <a:xfrm>
            <a:off x="2590800" y="5975350"/>
            <a:ext cx="176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CB7F965-3C00-4AC6-931F-604C8ECF41CF}" type="datetime'''''''A''''''''''0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96" name="矩形 45"/>
          <p:cNvSpPr/>
          <p:nvPr>
            <p:custDataLst>
              <p:tags r:id="rId55"/>
            </p:custDataLst>
          </p:nvPr>
        </p:nvSpPr>
        <p:spPr bwMode="auto">
          <a:xfrm>
            <a:off x="3656013" y="5975350"/>
            <a:ext cx="1016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A1F8D38-B72C-4A89-BFA6-133E8393F714}" type="datetime'''''''''''A'''''''''''''''''''">
              <a:rPr kumimoji="0" lang="en-US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97" name="矩形 46"/>
          <p:cNvSpPr/>
          <p:nvPr>
            <p:custDataLst>
              <p:tags r:id="rId56"/>
            </p:custDataLst>
          </p:nvPr>
        </p:nvSpPr>
        <p:spPr bwMode="auto">
          <a:xfrm>
            <a:off x="4687888" y="5975350"/>
            <a:ext cx="920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D3666C6-6744-47FC-8AD8-0D6075BAE519}" type="datetime'''''''''''''''''''''''''''''''''''''B''''''''''''''''''''''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98" name="矩形 47"/>
          <p:cNvSpPr/>
          <p:nvPr>
            <p:custDataLst>
              <p:tags r:id="rId57"/>
            </p:custDataLst>
          </p:nvPr>
        </p:nvSpPr>
        <p:spPr bwMode="auto">
          <a:xfrm>
            <a:off x="5667375" y="5975350"/>
            <a:ext cx="19208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41A03A2-8357-48B7-8ACB-5C37F51B996F}" type="datetime'''''''''''''''''''''''''C''''+'''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899" name="椭圆 48"/>
          <p:cNvSpPr/>
          <p:nvPr>
            <p:custDataLst>
              <p:tags r:id="rId58"/>
            </p:custDataLst>
          </p:nvPr>
        </p:nvSpPr>
        <p:spPr bwMode="auto">
          <a:xfrm>
            <a:off x="1336675" y="526415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6E3FEB8-EC5A-4629-952D-7F941C6C5CE1}" type="datetime'''''''''''''''''-''''''''''''6''''''5''.''3''''%''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00" name="椭圆 49"/>
          <p:cNvSpPr/>
          <p:nvPr>
            <p:custDataLst>
              <p:tags r:id="rId59"/>
            </p:custDataLst>
          </p:nvPr>
        </p:nvSpPr>
        <p:spPr bwMode="auto">
          <a:xfrm>
            <a:off x="2365375" y="5165725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0E2799D-467B-446D-8305-C6AE4BA83E34}" type="datetime'-''''''''''''''''''''''''1''''7''.''''''''''0''%''''''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01" name="椭圆 50"/>
          <p:cNvSpPr/>
          <p:nvPr>
            <p:custDataLst>
              <p:tags r:id="rId60"/>
            </p:custDataLst>
          </p:nvPr>
        </p:nvSpPr>
        <p:spPr bwMode="auto">
          <a:xfrm>
            <a:off x="3394075" y="4772025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1712F0C-92B0-42EA-9AB7-7F0FA83B1BA1}" type="datetime'''''-2''''8''''''''''.''''''''''''''''''''0''''''''''%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02" name="椭圆 51"/>
          <p:cNvSpPr/>
          <p:nvPr>
            <p:custDataLst>
              <p:tags r:id="rId61"/>
            </p:custDataLst>
          </p:nvPr>
        </p:nvSpPr>
        <p:spPr bwMode="auto">
          <a:xfrm>
            <a:off x="4421188" y="475615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F83BEB3-4C81-48BC-8990-880962312BC5}" type="datetime'-''''''2''''''''''''''''''''''''''''3''''.''''''''''''''8%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03" name="椭圆 52"/>
          <p:cNvSpPr/>
          <p:nvPr>
            <p:custDataLst>
              <p:tags r:id="rId62"/>
            </p:custDataLst>
          </p:nvPr>
        </p:nvSpPr>
        <p:spPr bwMode="auto">
          <a:xfrm>
            <a:off x="5449888" y="5146675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BBDE611-7039-4BDA-A8F8-CA0CCA6D7AA7}" type="datetime'''''''''-''''''2''''''''''''''''2''.''''''''''''1%''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04" name="文本占位符 12"/>
          <p:cNvSpPr txBox="1"/>
          <p:nvPr/>
        </p:nvSpPr>
        <p:spPr bwMode="auto">
          <a:xfrm>
            <a:off x="747207" y="3361993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单月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05" name="文本占位符 12"/>
          <p:cNvSpPr txBox="1"/>
          <p:nvPr/>
        </p:nvSpPr>
        <p:spPr bwMode="auto">
          <a:xfrm>
            <a:off x="781085" y="5460945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累计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71" name="表格 16"/>
          <p:cNvGraphicFramePr>
            <a:graphicFrameLocks noGrp="1"/>
          </p:cNvGraphicFramePr>
          <p:nvPr/>
        </p:nvGraphicFramePr>
        <p:xfrm>
          <a:off x="696870" y="6177387"/>
          <a:ext cx="5629983" cy="277099"/>
        </p:xfrm>
        <a:graphic>
          <a:graphicData uri="http://schemas.openxmlformats.org/drawingml/2006/table">
            <a:tbl>
              <a:tblPr firstRow="1" bandRow="1"/>
              <a:tblGrid>
                <a:gridCol w="498094"/>
                <a:gridCol w="851254"/>
                <a:gridCol w="1070884"/>
                <a:gridCol w="1110921"/>
                <a:gridCol w="1049415"/>
                <a:gridCol w="1049415"/>
              </a:tblGrid>
              <a:tr h="2770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4.1%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13.4%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32.5%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35.2%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14.7%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72" name="内容占位符 1"/>
          <p:cNvGraphicFramePr/>
          <p:nvPr/>
        </p:nvGraphicFramePr>
        <p:xfrm>
          <a:off x="6424479" y="2280851"/>
          <a:ext cx="5061216" cy="4106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94373" name="内容占位符 29"/>
          <p:cNvGraphicFramePr/>
          <p:nvPr/>
        </p:nvGraphicFramePr>
        <p:xfrm>
          <a:off x="8421830" y="2236690"/>
          <a:ext cx="3078638" cy="39663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5625"/>
                <a:gridCol w="492125"/>
                <a:gridCol w="520806"/>
                <a:gridCol w="520806"/>
                <a:gridCol w="552919"/>
                <a:gridCol w="436357"/>
              </a:tblGrid>
              <a:tr h="24026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级别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排名变化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累计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-14.6%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503.0%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-43.6%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4.7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6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-39.0%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-31.8%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-11.2%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5.6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154.8%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-57.4%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&gt;1000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-38.0%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-37.8%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2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-68.6%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74" name="表格 19"/>
          <p:cNvGraphicFramePr>
            <a:graphicFrameLocks noGrp="1"/>
          </p:cNvGraphicFramePr>
          <p:nvPr/>
        </p:nvGraphicFramePr>
        <p:xfrm>
          <a:off x="6443663" y="6202991"/>
          <a:ext cx="5051468" cy="250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256"/>
                <a:gridCol w="1381212"/>
              </a:tblGrid>
              <a:tr h="2508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轿车</a:t>
                      </a:r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TOP15</a:t>
                      </a: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</a:t>
                      </a: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累计份额</a:t>
                      </a:r>
                      <a:endParaRPr lang="zh-CN" altLang="en-US" sz="10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charset="-122"/>
                        </a:rPr>
                        <a:t>36.8%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8906" name="文本框 20"/>
          <p:cNvSpPr txBox="1"/>
          <p:nvPr/>
        </p:nvSpPr>
        <p:spPr bwMode="auto">
          <a:xfrm rot="10800000" flipH="1" flipV="1">
            <a:off x="6434442" y="2243499"/>
            <a:ext cx="492595" cy="2308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07" name="矩形 5"/>
          <p:cNvSpPr/>
          <p:nvPr/>
        </p:nvSpPr>
        <p:spPr>
          <a:xfrm>
            <a:off x="6590991" y="2706688"/>
            <a:ext cx="4914192" cy="236536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08" name="矩形 11"/>
          <p:cNvSpPr/>
          <p:nvPr/>
        </p:nvSpPr>
        <p:spPr>
          <a:xfrm>
            <a:off x="6582483" y="4756150"/>
            <a:ext cx="4914192" cy="443488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75" name="对象 35" hidden="1"/>
          <p:cNvGraphicFramePr/>
          <p:nvPr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5" imgW="5080" imgH="5080" progId="TCLayout.ActiveDocument.1">
                  <p:embed/>
                </p:oleObj>
              </mc:Choice>
              <mc:Fallback>
                <p:oleObj name="think-cell 幻灯片" r:id="rId5" imgW="5080" imgH="5080" progId="TCLayout.ActiveDocument.1">
                  <p:embed/>
                  <p:pic>
                    <p:nvPicPr>
                      <p:cNvPr id="0" name="对象 3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909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b="1"/>
              <a:t>2.3 SUV</a:t>
            </a:r>
            <a:r>
              <a:rPr lang="zh-CN" altLang="en-US" b="1"/>
              <a:t>级别：</a:t>
            </a:r>
            <a:r>
              <a:rPr lang="en-US" altLang="zh-CN" b="1"/>
              <a:t>A/B</a:t>
            </a:r>
            <a:r>
              <a:rPr lang="zh-CN" altLang="en-US" b="1"/>
              <a:t>级市场同比延续两位数下滑，传统和</a:t>
            </a:r>
            <a:r>
              <a:rPr lang="en-US" altLang="zh-CN" b="1"/>
              <a:t>PHEV</a:t>
            </a:r>
            <a:r>
              <a:rPr lang="zh-CN" altLang="en-US" b="1"/>
              <a:t>市场表现不佳是主因</a:t>
            </a:r>
            <a:endParaRPr lang="zh-CN" altLang="en-US" b="1" dirty="0"/>
          </a:p>
        </p:txBody>
      </p:sp>
      <p:sp>
        <p:nvSpPr>
          <p:cNvPr id="1048910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2110" y="854745"/>
            <a:ext cx="11268001" cy="830997"/>
          </a:xfr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月，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A0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级市场持续回暖，新车零跑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A10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月销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2.1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万辆为核心驱动力。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C+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级市场同比延续正增长，主要由新款蔚来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ES8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、极氪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9X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、乐道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L90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等新品放量拉动。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A/B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级市场连续三个月同比两位数下滑，前者主要受宋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PLUS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停产、新款元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PLUS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上市前消费者观望以及本田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CR-V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、丰田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RAV-4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等传统车销量下行拖累，后者主要受理想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L6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、宋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销量下滑拖累。</a:t>
            </a:r>
            <a:endParaRPr lang="en-US" altLang="zh-CN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8911" name="矩形 54"/>
          <p:cNvSpPr/>
          <p:nvPr/>
        </p:nvSpPr>
        <p:spPr>
          <a:xfrm>
            <a:off x="689943" y="2236503"/>
            <a:ext cx="5642899" cy="421668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912" name="文本占位符 12"/>
          <p:cNvSpPr txBox="1"/>
          <p:nvPr/>
        </p:nvSpPr>
        <p:spPr bwMode="auto">
          <a:xfrm>
            <a:off x="701748" y="1890172"/>
            <a:ext cx="5642899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lang="en-US" altLang="zh-CN" b="1">
                <a:solidFill>
                  <a:srgbClr val="000000"/>
                </a:solidFill>
              </a:rPr>
              <a:t>SUV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分级别市场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表现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13" name="文本占位符 12"/>
          <p:cNvSpPr txBox="1"/>
          <p:nvPr/>
        </p:nvSpPr>
        <p:spPr bwMode="auto">
          <a:xfrm>
            <a:off x="6623757" y="1891450"/>
            <a:ext cx="4824121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SUV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分级别份额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走势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76" name="表格 57"/>
          <p:cNvGraphicFramePr>
            <a:graphicFrameLocks noGrp="1"/>
          </p:cNvGraphicFramePr>
          <p:nvPr/>
        </p:nvGraphicFramePr>
        <p:xfrm>
          <a:off x="696399" y="4116388"/>
          <a:ext cx="5629984" cy="554198"/>
        </p:xfrm>
        <a:graphic>
          <a:graphicData uri="http://schemas.openxmlformats.org/drawingml/2006/table">
            <a:tbl>
              <a:tblPr firstRow="1" bandRow="1"/>
              <a:tblGrid>
                <a:gridCol w="513465"/>
                <a:gridCol w="1066867"/>
                <a:gridCol w="1342127"/>
                <a:gridCol w="1392305"/>
                <a:gridCol w="1315220"/>
              </a:tblGrid>
              <a:tr h="277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环比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26.2%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9.5%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13.0%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15.9%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  <a:tr h="2770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7.9%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37.4%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39.4%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15.3%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sp>
        <p:nvSpPr>
          <p:cNvPr id="1048914" name="文本占位符 12"/>
          <p:cNvSpPr txBox="1"/>
          <p:nvPr/>
        </p:nvSpPr>
        <p:spPr bwMode="auto">
          <a:xfrm>
            <a:off x="720616" y="2280851"/>
            <a:ext cx="496166" cy="3262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15" name="文本占位符 5"/>
          <p:cNvSpPr txBox="1"/>
          <p:nvPr/>
        </p:nvSpPr>
        <p:spPr>
          <a:xfrm>
            <a:off x="661297" y="6498936"/>
            <a:ext cx="8383465" cy="30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数据来源：中汽数据有限公司终端</a:t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零售数据，右侧份额为在</a:t>
            </a:r>
            <a:r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SUV</a:t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市场份额</a:t>
            </a:r>
            <a:r>
              <a:rPr lang="zh-CN" altLang="en-US" sz="900">
                <a:solidFill>
                  <a:srgbClr val="000000"/>
                </a:solidFill>
                <a:ea typeface="微软雅黑" panose="020B0503020204020204" pitchFamily="34" charset="-122"/>
              </a:rPr>
              <a:t>，排名变化为较上月变化，蓝色填充为传统车型，绿色填充为新能源车型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77" name="Chart 3"/>
          <p:cNvGraphicFramePr/>
          <p:nvPr>
            <p:custDataLst>
              <p:tags r:id="rId7"/>
            </p:custDataLst>
          </p:nvPr>
        </p:nvGraphicFramePr>
        <p:xfrm>
          <a:off x="1065213" y="2767013"/>
          <a:ext cx="5307012" cy="133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3145884" name="直接连接符 117"/>
          <p:cNvCxnSpPr/>
          <p:nvPr>
            <p:custDataLst>
              <p:tags r:id="rId8"/>
            </p:custDataLst>
          </p:nvPr>
        </p:nvCxnSpPr>
        <p:spPr bwMode="auto">
          <a:xfrm flipV="1">
            <a:off x="1560513" y="3294063"/>
            <a:ext cx="0" cy="2968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5" name="直接连接符 118"/>
          <p:cNvCxnSpPr/>
          <p:nvPr>
            <p:custDataLst>
              <p:tags r:id="rId9"/>
            </p:custDataLst>
          </p:nvPr>
        </p:nvCxnSpPr>
        <p:spPr bwMode="auto">
          <a:xfrm>
            <a:off x="1560513" y="3294063"/>
            <a:ext cx="4587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6" name="直接连接符 119"/>
          <p:cNvCxnSpPr/>
          <p:nvPr>
            <p:custDataLst>
              <p:tags r:id="rId10"/>
            </p:custDataLst>
          </p:nvPr>
        </p:nvCxnSpPr>
        <p:spPr bwMode="auto">
          <a:xfrm>
            <a:off x="2019300" y="3294063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7" name="直接连接符 120"/>
          <p:cNvCxnSpPr/>
          <p:nvPr>
            <p:custDataLst>
              <p:tags r:id="rId11"/>
            </p:custDataLst>
          </p:nvPr>
        </p:nvCxnSpPr>
        <p:spPr bwMode="auto">
          <a:xfrm flipV="1">
            <a:off x="2846388" y="2706688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8" name="直接连接符 121"/>
          <p:cNvCxnSpPr/>
          <p:nvPr>
            <p:custDataLst>
              <p:tags r:id="rId12"/>
            </p:custDataLst>
          </p:nvPr>
        </p:nvCxnSpPr>
        <p:spPr bwMode="auto">
          <a:xfrm>
            <a:off x="2846388" y="2706688"/>
            <a:ext cx="4587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89" name="直接连接符 122"/>
          <p:cNvCxnSpPr/>
          <p:nvPr>
            <p:custDataLst>
              <p:tags r:id="rId13"/>
            </p:custDataLst>
          </p:nvPr>
        </p:nvCxnSpPr>
        <p:spPr bwMode="auto">
          <a:xfrm>
            <a:off x="3305175" y="2706687"/>
            <a:ext cx="0" cy="3825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0" name="直接连接符 123"/>
          <p:cNvCxnSpPr/>
          <p:nvPr>
            <p:custDataLst>
              <p:tags r:id="rId14"/>
            </p:custDataLst>
          </p:nvPr>
        </p:nvCxnSpPr>
        <p:spPr bwMode="auto">
          <a:xfrm flipV="1">
            <a:off x="4130675" y="27971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1" name="直接连接符 124"/>
          <p:cNvCxnSpPr/>
          <p:nvPr>
            <p:custDataLst>
              <p:tags r:id="rId15"/>
            </p:custDataLst>
          </p:nvPr>
        </p:nvCxnSpPr>
        <p:spPr bwMode="auto">
          <a:xfrm>
            <a:off x="4130675" y="2797175"/>
            <a:ext cx="4587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2" name="直接连接符 125"/>
          <p:cNvCxnSpPr/>
          <p:nvPr>
            <p:custDataLst>
              <p:tags r:id="rId16"/>
            </p:custDataLst>
          </p:nvPr>
        </p:nvCxnSpPr>
        <p:spPr bwMode="auto">
          <a:xfrm>
            <a:off x="4589463" y="2797175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3" name="直接连接符 126"/>
          <p:cNvCxnSpPr/>
          <p:nvPr>
            <p:custDataLst>
              <p:tags r:id="rId17"/>
            </p:custDataLst>
          </p:nvPr>
        </p:nvCxnSpPr>
        <p:spPr bwMode="auto">
          <a:xfrm flipV="1">
            <a:off x="5416550" y="3178175"/>
            <a:ext cx="0" cy="2921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4" name="直接连接符 191"/>
          <p:cNvCxnSpPr/>
          <p:nvPr>
            <p:custDataLst>
              <p:tags r:id="rId18"/>
            </p:custDataLst>
          </p:nvPr>
        </p:nvCxnSpPr>
        <p:spPr bwMode="auto">
          <a:xfrm>
            <a:off x="5416550" y="3178175"/>
            <a:ext cx="4587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5" name="直接连接符 192"/>
          <p:cNvCxnSpPr/>
          <p:nvPr>
            <p:custDataLst>
              <p:tags r:id="rId19"/>
            </p:custDataLst>
          </p:nvPr>
        </p:nvCxnSpPr>
        <p:spPr bwMode="auto">
          <a:xfrm>
            <a:off x="5875338" y="3178175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916" name="矩形 198"/>
          <p:cNvSpPr/>
          <p:nvPr>
            <p:custDataLst>
              <p:tags r:id="rId20"/>
            </p:custDataLst>
          </p:nvPr>
        </p:nvSpPr>
        <p:spPr bwMode="auto">
          <a:xfrm>
            <a:off x="1701800" y="3921125"/>
            <a:ext cx="176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3E3992D3-EE96-463B-930B-07E21D980774}" type="datetime'''''''''''''''''''A''0''''''''''''''''''''''''''''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17" name="矩形 199"/>
          <p:cNvSpPr/>
          <p:nvPr>
            <p:custDataLst>
              <p:tags r:id="rId21"/>
            </p:custDataLst>
          </p:nvPr>
        </p:nvSpPr>
        <p:spPr bwMode="auto">
          <a:xfrm>
            <a:off x="3024188" y="3921125"/>
            <a:ext cx="1016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2E6B78B2-3AB0-4400-AD61-0A57DB1D55A6}" type="datetime'''''''''''''''''''''''''''''''''''A'''''">
              <a:rPr lang="en-US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18" name="矩形 201"/>
          <p:cNvSpPr/>
          <p:nvPr>
            <p:custDataLst>
              <p:tags r:id="rId22"/>
            </p:custDataLst>
          </p:nvPr>
        </p:nvSpPr>
        <p:spPr bwMode="auto">
          <a:xfrm>
            <a:off x="4314825" y="3921125"/>
            <a:ext cx="920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D652BDB5-E61D-47CF-9E7A-5574034BCA79}" type="datetime'''''''''''B'''''''''''''''''''''''''''''''''''''''''">
              <a:rPr lang="en-US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19" name="矩形 197"/>
          <p:cNvSpPr/>
          <p:nvPr>
            <p:custDataLst>
              <p:tags r:id="rId23"/>
            </p:custDataLst>
          </p:nvPr>
        </p:nvSpPr>
        <p:spPr bwMode="auto">
          <a:xfrm>
            <a:off x="5549900" y="3921125"/>
            <a:ext cx="19208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2D598803-EF6B-47E8-B644-96312AD7C69A}" type="datetime'''''''''''C''''''''''''''''''''''''''''''+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20" name="椭圆 202"/>
          <p:cNvSpPr/>
          <p:nvPr>
            <p:custDataLst>
              <p:tags r:id="rId24"/>
            </p:custDataLst>
          </p:nvPr>
        </p:nvSpPr>
        <p:spPr bwMode="auto">
          <a:xfrm>
            <a:off x="1446213" y="3186113"/>
            <a:ext cx="685800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C1AF37E-7C7A-40CC-9DB8-4D0921A26798}" type="datetime'''''''''''''''''''''+''4''''2.8%''''''''''''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21" name="椭圆 203"/>
          <p:cNvSpPr/>
          <p:nvPr>
            <p:custDataLst>
              <p:tags r:id="rId25"/>
            </p:custDataLst>
          </p:nvPr>
        </p:nvSpPr>
        <p:spPr bwMode="auto">
          <a:xfrm>
            <a:off x="2762250" y="259873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7E04A18-0577-4734-B551-EDC93EF9B4E9}" type="datetime'''''''''''''''''''''''''''-25''''''''''''''.''''''3''''''%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22" name="椭圆 204"/>
          <p:cNvSpPr/>
          <p:nvPr>
            <p:custDataLst>
              <p:tags r:id="rId26"/>
            </p:custDataLst>
          </p:nvPr>
        </p:nvSpPr>
        <p:spPr bwMode="auto">
          <a:xfrm>
            <a:off x="4046538" y="2689225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6244432-BAF3-4090-8AE5-2B842608C136}" type="datetime'-''''''''1''''''0''''''.''3''''''''''''''''''''%''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23" name="椭圆 205"/>
          <p:cNvSpPr/>
          <p:nvPr>
            <p:custDataLst>
              <p:tags r:id="rId27"/>
            </p:custDataLst>
          </p:nvPr>
        </p:nvSpPr>
        <p:spPr bwMode="auto">
          <a:xfrm>
            <a:off x="5302250" y="3070225"/>
            <a:ext cx="685800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AB967B5-8EA9-4034-B104-AACE5C544C83}" type="datetime'''''''''+''1''''''5''''''''''''''''''.''''8''''''%''''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24" name="矩形 14"/>
          <p:cNvSpPr/>
          <p:nvPr/>
        </p:nvSpPr>
        <p:spPr>
          <a:xfrm>
            <a:off x="6443662" y="2236503"/>
            <a:ext cx="5053014" cy="421668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925" name="矩形 34"/>
          <p:cNvSpPr/>
          <p:nvPr>
            <p:custDataLst>
              <p:tags r:id="rId28"/>
            </p:custDataLst>
          </p:nvPr>
        </p:nvSpPr>
        <p:spPr bwMode="auto">
          <a:xfrm>
            <a:off x="2852738" y="2357438"/>
            <a:ext cx="214313" cy="160337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926" name="矩形 36"/>
          <p:cNvSpPr/>
          <p:nvPr>
            <p:custDataLst>
              <p:tags r:id="rId29"/>
            </p:custDataLst>
          </p:nvPr>
        </p:nvSpPr>
        <p:spPr bwMode="auto">
          <a:xfrm>
            <a:off x="3575050" y="2357438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927" name="矩形 33"/>
          <p:cNvSpPr/>
          <p:nvPr>
            <p:custDataLst>
              <p:tags r:id="rId30"/>
            </p:custDataLst>
          </p:nvPr>
        </p:nvSpPr>
        <p:spPr bwMode="auto">
          <a:xfrm>
            <a:off x="3117850" y="2352675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BA094B8-AE43-4602-8414-A0AB6E63B206}" type="datetime'''''''''''''''''''''''2''''''0''2''''''''''''''''''5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28" name="矩形 31"/>
          <p:cNvSpPr/>
          <p:nvPr>
            <p:custDataLst>
              <p:tags r:id="rId31"/>
            </p:custDataLst>
          </p:nvPr>
        </p:nvSpPr>
        <p:spPr bwMode="auto">
          <a:xfrm>
            <a:off x="3840163" y="2352675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8A78757-0522-41DF-87C8-254127ED8931}" type="datetime'''''''''2''''''0''''26''''''''''''''''''''''''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aphicFrame>
        <p:nvGraphicFramePr>
          <p:cNvPr id="4194378" name="Chart 3"/>
          <p:cNvGraphicFramePr/>
          <p:nvPr>
            <p:custDataLst>
              <p:tags r:id="rId32"/>
            </p:custDataLst>
          </p:nvPr>
        </p:nvGraphicFramePr>
        <p:xfrm>
          <a:off x="1054100" y="4924425"/>
          <a:ext cx="5307013" cy="1233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145896" name="直接连接符 22"/>
          <p:cNvCxnSpPr/>
          <p:nvPr>
            <p:custDataLst>
              <p:tags r:id="rId33"/>
            </p:custDataLst>
          </p:nvPr>
        </p:nvCxnSpPr>
        <p:spPr bwMode="auto">
          <a:xfrm flipV="1">
            <a:off x="1549400" y="5392738"/>
            <a:ext cx="0" cy="2587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7" name="直接连接符 23"/>
          <p:cNvCxnSpPr/>
          <p:nvPr>
            <p:custDataLst>
              <p:tags r:id="rId34"/>
            </p:custDataLst>
          </p:nvPr>
        </p:nvCxnSpPr>
        <p:spPr bwMode="auto">
          <a:xfrm>
            <a:off x="1549400" y="5392738"/>
            <a:ext cx="4587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8" name="直接连接符 24"/>
          <p:cNvCxnSpPr/>
          <p:nvPr>
            <p:custDataLst>
              <p:tags r:id="rId35"/>
            </p:custDataLst>
          </p:nvPr>
        </p:nvCxnSpPr>
        <p:spPr bwMode="auto">
          <a:xfrm>
            <a:off x="2008188" y="5392738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899" name="直接连接符 25"/>
          <p:cNvCxnSpPr/>
          <p:nvPr>
            <p:custDataLst>
              <p:tags r:id="rId36"/>
            </p:custDataLst>
          </p:nvPr>
        </p:nvCxnSpPr>
        <p:spPr bwMode="auto">
          <a:xfrm flipV="1">
            <a:off x="2835275" y="4864100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0" name="直接连接符 26"/>
          <p:cNvCxnSpPr/>
          <p:nvPr>
            <p:custDataLst>
              <p:tags r:id="rId37"/>
            </p:custDataLst>
          </p:nvPr>
        </p:nvCxnSpPr>
        <p:spPr bwMode="auto">
          <a:xfrm>
            <a:off x="2835275" y="4864100"/>
            <a:ext cx="4587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1" name="直接连接符 27"/>
          <p:cNvCxnSpPr/>
          <p:nvPr>
            <p:custDataLst>
              <p:tags r:id="rId38"/>
            </p:custDataLst>
          </p:nvPr>
        </p:nvCxnSpPr>
        <p:spPr bwMode="auto">
          <a:xfrm>
            <a:off x="3294063" y="4864100"/>
            <a:ext cx="0" cy="3206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2" name="直接连接符 28"/>
          <p:cNvCxnSpPr/>
          <p:nvPr>
            <p:custDataLst>
              <p:tags r:id="rId39"/>
            </p:custDataLst>
          </p:nvPr>
        </p:nvCxnSpPr>
        <p:spPr bwMode="auto">
          <a:xfrm flipV="1">
            <a:off x="4119563" y="4943475"/>
            <a:ext cx="0" cy="2047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3" name="直接连接符 29"/>
          <p:cNvCxnSpPr/>
          <p:nvPr>
            <p:custDataLst>
              <p:tags r:id="rId40"/>
            </p:custDataLst>
          </p:nvPr>
        </p:nvCxnSpPr>
        <p:spPr bwMode="auto">
          <a:xfrm>
            <a:off x="4119563" y="4943475"/>
            <a:ext cx="4587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4" name="直接连接符 32"/>
          <p:cNvCxnSpPr/>
          <p:nvPr>
            <p:custDataLst>
              <p:tags r:id="rId41"/>
            </p:custDataLst>
          </p:nvPr>
        </p:nvCxnSpPr>
        <p:spPr bwMode="auto">
          <a:xfrm>
            <a:off x="4578350" y="4943475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5" name="直接连接符 37"/>
          <p:cNvCxnSpPr/>
          <p:nvPr>
            <p:custDataLst>
              <p:tags r:id="rId42"/>
            </p:custDataLst>
          </p:nvPr>
        </p:nvCxnSpPr>
        <p:spPr bwMode="auto">
          <a:xfrm flipV="1">
            <a:off x="5405438" y="5259388"/>
            <a:ext cx="0" cy="3270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6" name="直接连接符 38"/>
          <p:cNvCxnSpPr/>
          <p:nvPr>
            <p:custDataLst>
              <p:tags r:id="rId43"/>
            </p:custDataLst>
          </p:nvPr>
        </p:nvCxnSpPr>
        <p:spPr bwMode="auto">
          <a:xfrm>
            <a:off x="5405438" y="5259388"/>
            <a:ext cx="4587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7" name="直接连接符 39"/>
          <p:cNvCxnSpPr/>
          <p:nvPr>
            <p:custDataLst>
              <p:tags r:id="rId44"/>
            </p:custDataLst>
          </p:nvPr>
        </p:nvCxnSpPr>
        <p:spPr bwMode="auto">
          <a:xfrm>
            <a:off x="5864225" y="5259388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929" name="矩形 43"/>
          <p:cNvSpPr/>
          <p:nvPr>
            <p:custDataLst>
              <p:tags r:id="rId45"/>
            </p:custDataLst>
          </p:nvPr>
        </p:nvSpPr>
        <p:spPr bwMode="auto">
          <a:xfrm>
            <a:off x="1690688" y="5975350"/>
            <a:ext cx="176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21CE7F1E-3ED8-4C57-89FF-A681F2AB02E9}" type="datetime'A''''''''''''''''''''''''''''''''''''''''''0''''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30" name="矩形 44"/>
          <p:cNvSpPr/>
          <p:nvPr>
            <p:custDataLst>
              <p:tags r:id="rId46"/>
            </p:custDataLst>
          </p:nvPr>
        </p:nvSpPr>
        <p:spPr bwMode="auto">
          <a:xfrm>
            <a:off x="3013075" y="5975350"/>
            <a:ext cx="1016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D782DD8D-54BF-44DB-A094-752882AE3768}" type="datetime'''''''''''''''''''''''''''''''''''A'''''''''">
              <a:rPr lang="en-US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31" name="矩形 45"/>
          <p:cNvSpPr/>
          <p:nvPr>
            <p:custDataLst>
              <p:tags r:id="rId47"/>
            </p:custDataLst>
          </p:nvPr>
        </p:nvSpPr>
        <p:spPr bwMode="auto">
          <a:xfrm>
            <a:off x="4303713" y="5975350"/>
            <a:ext cx="920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0B8520F5-5427-45FD-995F-C8A7AFADB8B3}" type="datetime'''''''''''''''''''''''''''''''''B'''''''''''''">
              <a:rPr lang="en-US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32" name="矩形 46"/>
          <p:cNvSpPr/>
          <p:nvPr>
            <p:custDataLst>
              <p:tags r:id="rId48"/>
            </p:custDataLst>
          </p:nvPr>
        </p:nvSpPr>
        <p:spPr bwMode="auto">
          <a:xfrm>
            <a:off x="5538788" y="5975350"/>
            <a:ext cx="19208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B0E6DF44-40C3-4449-AD75-126738C8BFA4}" type="datetime'''''''''''''''''''''''''''''''''''''''''C''''''''''''''''+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33" name="椭圆 48"/>
          <p:cNvSpPr/>
          <p:nvPr>
            <p:custDataLst>
              <p:tags r:id="rId49"/>
            </p:custDataLst>
          </p:nvPr>
        </p:nvSpPr>
        <p:spPr bwMode="auto">
          <a:xfrm>
            <a:off x="1519238" y="5284788"/>
            <a:ext cx="517525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B205A54-9F23-4ACD-924F-57ADDC441312}" type="datetime'''''''''''''''''''''-''''''''''''''''''''''''0.4''''''%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34" name="椭圆 49"/>
          <p:cNvSpPr/>
          <p:nvPr>
            <p:custDataLst>
              <p:tags r:id="rId50"/>
            </p:custDataLst>
          </p:nvPr>
        </p:nvSpPr>
        <p:spPr bwMode="auto">
          <a:xfrm>
            <a:off x="2751138" y="475615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51139EC4-8ECB-4D1F-BF97-FF0089130A9A}" type="datetime'''''''''''''''''''''''-''19.''''''''''''9''''%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35" name="椭圆 50"/>
          <p:cNvSpPr/>
          <p:nvPr>
            <p:custDataLst>
              <p:tags r:id="rId51"/>
            </p:custDataLst>
          </p:nvPr>
        </p:nvSpPr>
        <p:spPr bwMode="auto">
          <a:xfrm>
            <a:off x="4089400" y="4835525"/>
            <a:ext cx="517525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F32442A-0292-49C6-87C1-A1AF52F24D8A}" type="datetime'''-''''''''''''''''9''''''''''''.''''''''''''''5%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36" name="椭圆 51"/>
          <p:cNvSpPr/>
          <p:nvPr>
            <p:custDataLst>
              <p:tags r:id="rId52"/>
            </p:custDataLst>
          </p:nvPr>
        </p:nvSpPr>
        <p:spPr bwMode="auto">
          <a:xfrm>
            <a:off x="5291138" y="5151438"/>
            <a:ext cx="685800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AB77AA0-14DD-4AD3-BEDE-3C427C4ED6B5}" type="datetime'''''''''+''''''''''''''''4''''''''''''''''6''''''''''''.0''%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37" name="文本占位符 12"/>
          <p:cNvSpPr txBox="1"/>
          <p:nvPr/>
        </p:nvSpPr>
        <p:spPr bwMode="auto">
          <a:xfrm>
            <a:off x="747207" y="3361993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单月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38" name="文本占位符 12"/>
          <p:cNvSpPr txBox="1"/>
          <p:nvPr/>
        </p:nvSpPr>
        <p:spPr bwMode="auto">
          <a:xfrm>
            <a:off x="781085" y="5460945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累计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79" name="表格 16"/>
          <p:cNvGraphicFramePr>
            <a:graphicFrameLocks noGrp="1"/>
          </p:cNvGraphicFramePr>
          <p:nvPr/>
        </p:nvGraphicFramePr>
        <p:xfrm>
          <a:off x="696869" y="6177387"/>
          <a:ext cx="5629516" cy="277099"/>
        </p:xfrm>
        <a:graphic>
          <a:graphicData uri="http://schemas.openxmlformats.org/drawingml/2006/table">
            <a:tbl>
              <a:tblPr firstRow="1" bandRow="1"/>
              <a:tblGrid>
                <a:gridCol w="513461"/>
                <a:gridCol w="1066770"/>
                <a:gridCol w="1342005"/>
                <a:gridCol w="1392179"/>
                <a:gridCol w="1315101"/>
              </a:tblGrid>
              <a:tr h="2770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5.8%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40.0%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38.6%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15.5%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80" name="内容占位符 1"/>
          <p:cNvGraphicFramePr/>
          <p:nvPr/>
        </p:nvGraphicFramePr>
        <p:xfrm>
          <a:off x="6424479" y="2280851"/>
          <a:ext cx="5061216" cy="4106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94381" name="内容占位符 29"/>
          <p:cNvGraphicFramePr/>
          <p:nvPr/>
        </p:nvGraphicFramePr>
        <p:xfrm>
          <a:off x="8477237" y="2236690"/>
          <a:ext cx="3020988" cy="39656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6737"/>
                <a:gridCol w="459906"/>
                <a:gridCol w="459906"/>
                <a:gridCol w="534059"/>
                <a:gridCol w="552919"/>
                <a:gridCol w="447461"/>
              </a:tblGrid>
              <a:tr h="2440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级别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排名变化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累计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122.0%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9.9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6.9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354.7%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6.5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4.9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-13.8%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6.7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-9.9%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6.6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&gt;1000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-13.7%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-38.6%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82" name="表格 19"/>
          <p:cNvGraphicFramePr>
            <a:graphicFrameLocks noGrp="1"/>
          </p:cNvGraphicFramePr>
          <p:nvPr/>
        </p:nvGraphicFramePr>
        <p:xfrm>
          <a:off x="6443663" y="6202991"/>
          <a:ext cx="5051468" cy="250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256"/>
                <a:gridCol w="1381212"/>
              </a:tblGrid>
              <a:tr h="2508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SUV TOP15</a:t>
                      </a: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</a:t>
                      </a: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累计份额</a:t>
                      </a:r>
                      <a:endParaRPr lang="zh-CN" altLang="en-US" sz="10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charset="-122"/>
                        </a:rPr>
                        <a:t>29.0%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8939" name="文本框 20"/>
          <p:cNvSpPr txBox="1"/>
          <p:nvPr/>
        </p:nvSpPr>
        <p:spPr bwMode="auto">
          <a:xfrm rot="10800000" flipH="1" flipV="1">
            <a:off x="6434442" y="2243499"/>
            <a:ext cx="492595" cy="2308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40" name="矩形 4"/>
          <p:cNvSpPr/>
          <p:nvPr/>
        </p:nvSpPr>
        <p:spPr>
          <a:xfrm>
            <a:off x="6442113" y="5466177"/>
            <a:ext cx="5051467" cy="250868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41" name="矩形 7"/>
          <p:cNvSpPr/>
          <p:nvPr/>
        </p:nvSpPr>
        <p:spPr>
          <a:xfrm>
            <a:off x="6442113" y="2716284"/>
            <a:ext cx="5051467" cy="250868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83" name="对象 35" hidden="1"/>
          <p:cNvGraphicFramePr/>
          <p:nvPr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think-cell 幻灯片" r:id="rId5" imgW="5080" imgH="5080" progId="TCLayout.ActiveDocument.1">
                  <p:embed/>
                </p:oleObj>
              </mc:Choice>
              <mc:Fallback>
                <p:oleObj name="think-cell 幻灯片" r:id="rId5" imgW="5080" imgH="5080" progId="TCLayout.ActiveDocument.1">
                  <p:embed/>
                  <p:pic>
                    <p:nvPicPr>
                      <p:cNvPr id="0" name="对象 3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94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b="1"/>
              <a:t>2.3 MPV</a:t>
            </a:r>
            <a:r>
              <a:rPr lang="zh-CN" altLang="en-US" b="1"/>
              <a:t>级别：别克</a:t>
            </a:r>
            <a:r>
              <a:rPr lang="en-US" altLang="zh-CN" b="1"/>
              <a:t>GL8</a:t>
            </a:r>
            <a:r>
              <a:rPr lang="zh-CN" altLang="en-US" b="1"/>
              <a:t>与腾势</a:t>
            </a:r>
            <a:r>
              <a:rPr lang="en-US" altLang="zh-CN" b="1"/>
              <a:t>D9</a:t>
            </a:r>
            <a:r>
              <a:rPr lang="zh-CN" altLang="en-US" b="1"/>
              <a:t>同比销量腰斩，拖累</a:t>
            </a:r>
            <a:r>
              <a:rPr lang="en-US" altLang="zh-CN" b="1"/>
              <a:t>B</a:t>
            </a:r>
            <a:r>
              <a:rPr lang="zh-CN" altLang="en-US" b="1"/>
              <a:t>级市场表现</a:t>
            </a:r>
            <a:endParaRPr lang="zh-CN" altLang="en-US" b="1" dirty="0"/>
          </a:p>
        </p:txBody>
      </p:sp>
      <p:sp>
        <p:nvSpPr>
          <p:cNvPr id="104894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2110" y="854745"/>
            <a:ext cx="11268001" cy="584775"/>
          </a:xfr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月，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A0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级市场连续四个月同比销量腰斩，五菱宏光家族销量下滑为主要拖累因素。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级市场延续正增长，主要由新车星光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730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带动。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级市场同比降幅扩大，主要受别克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GL8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产品竞争力不足与新款腾势</a:t>
            </a:r>
            <a:r>
              <a:rPr lang="en-US" altLang="zh-CN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D9</a:t>
            </a:r>
            <a:r>
              <a:rPr lang="zh-CN" altLang="en-US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表现不及预期拖累。</a:t>
            </a:r>
            <a:endParaRPr lang="en-US" altLang="zh-CN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8944" name="矩形 54"/>
          <p:cNvSpPr/>
          <p:nvPr/>
        </p:nvSpPr>
        <p:spPr>
          <a:xfrm>
            <a:off x="689943" y="2236503"/>
            <a:ext cx="5642899" cy="421668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945" name="文本占位符 12"/>
          <p:cNvSpPr txBox="1"/>
          <p:nvPr/>
        </p:nvSpPr>
        <p:spPr bwMode="auto">
          <a:xfrm>
            <a:off x="701748" y="1890172"/>
            <a:ext cx="5642899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lang="en-US" altLang="zh-CN" b="1">
                <a:solidFill>
                  <a:srgbClr val="000000"/>
                </a:solidFill>
              </a:rPr>
              <a:t>MPV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分级别市场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表现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46" name="文本占位符 12"/>
          <p:cNvSpPr txBox="1"/>
          <p:nvPr/>
        </p:nvSpPr>
        <p:spPr bwMode="auto">
          <a:xfrm>
            <a:off x="6623757" y="1891450"/>
            <a:ext cx="4824121" cy="3307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MPV</a:t>
            </a:r>
            <a:r>
              <a: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分级别份额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走势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84" name="表格 57"/>
          <p:cNvGraphicFramePr>
            <a:graphicFrameLocks noGrp="1"/>
          </p:cNvGraphicFramePr>
          <p:nvPr/>
        </p:nvGraphicFramePr>
        <p:xfrm>
          <a:off x="696398" y="4116388"/>
          <a:ext cx="5629516" cy="554198"/>
        </p:xfrm>
        <a:graphic>
          <a:graphicData uri="http://schemas.openxmlformats.org/drawingml/2006/table">
            <a:tbl>
              <a:tblPr firstRow="1" bandRow="1"/>
              <a:tblGrid>
                <a:gridCol w="518890"/>
                <a:gridCol w="1434341"/>
                <a:gridCol w="1804412"/>
                <a:gridCol w="1871873"/>
              </a:tblGrid>
              <a:tr h="27709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</a:rPr>
                        <a:t>环比</a:t>
                      </a:r>
                      <a:endParaRPr lang="zh-CN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-2.7%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-14.0%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-2.9%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  <a:tr h="2770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13.6%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10.4%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76.0%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sp>
        <p:nvSpPr>
          <p:cNvPr id="1048947" name="文本占位符 12"/>
          <p:cNvSpPr txBox="1"/>
          <p:nvPr/>
        </p:nvSpPr>
        <p:spPr bwMode="auto">
          <a:xfrm>
            <a:off x="720616" y="2280851"/>
            <a:ext cx="496166" cy="3262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48" name="文本占位符 5"/>
          <p:cNvSpPr txBox="1"/>
          <p:nvPr/>
        </p:nvSpPr>
        <p:spPr>
          <a:xfrm>
            <a:off x="661297" y="6498936"/>
            <a:ext cx="8837121" cy="3092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数据来源：中汽数据有限公司终端</a:t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零售数据，右侧份额为在</a:t>
            </a:r>
            <a:r>
              <a:rPr lang="en-US" altLang="zh-CN" sz="90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</a:rPr>
              <a:t>MPV</a:t>
            </a:r>
            <a:r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市场份额</a:t>
            </a:r>
            <a:r>
              <a:rPr lang="zh-CN" altLang="en-US" sz="900">
                <a:solidFill>
                  <a:srgbClr val="000000"/>
                </a:solidFill>
                <a:ea typeface="微软雅黑" panose="020B0503020204020204" pitchFamily="34" charset="-122"/>
              </a:rPr>
              <a:t>，排名变化为较上月变化，蓝色填充为传统车型，绿色填充为新能源车型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85" name="Chart 3"/>
          <p:cNvGraphicFramePr/>
          <p:nvPr>
            <p:custDataLst>
              <p:tags r:id="rId7"/>
            </p:custDataLst>
          </p:nvPr>
        </p:nvGraphicFramePr>
        <p:xfrm>
          <a:off x="1065213" y="2767013"/>
          <a:ext cx="5307012" cy="133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cxnSp>
        <p:nvCxnSpPr>
          <p:cNvPr id="3145908" name="直接连接符 117"/>
          <p:cNvCxnSpPr/>
          <p:nvPr>
            <p:custDataLst>
              <p:tags r:id="rId8"/>
            </p:custDataLst>
          </p:nvPr>
        </p:nvCxnSpPr>
        <p:spPr bwMode="auto">
          <a:xfrm flipV="1">
            <a:off x="1698625" y="3273425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09" name="直接连接符 118"/>
          <p:cNvCxnSpPr/>
          <p:nvPr>
            <p:custDataLst>
              <p:tags r:id="rId9"/>
            </p:custDataLst>
          </p:nvPr>
        </p:nvCxnSpPr>
        <p:spPr bwMode="auto">
          <a:xfrm>
            <a:off x="1698625" y="3273425"/>
            <a:ext cx="61277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0" name="直接连接符 119"/>
          <p:cNvCxnSpPr/>
          <p:nvPr>
            <p:custDataLst>
              <p:tags r:id="rId10"/>
            </p:custDataLst>
          </p:nvPr>
        </p:nvCxnSpPr>
        <p:spPr bwMode="auto">
          <a:xfrm>
            <a:off x="2311400" y="3273425"/>
            <a:ext cx="0" cy="3032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1" name="直接连接符 120"/>
          <p:cNvCxnSpPr/>
          <p:nvPr>
            <p:custDataLst>
              <p:tags r:id="rId11"/>
            </p:custDataLst>
          </p:nvPr>
        </p:nvCxnSpPr>
        <p:spPr bwMode="auto">
          <a:xfrm flipV="1">
            <a:off x="3413125" y="3340100"/>
            <a:ext cx="0" cy="2667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2" name="直接连接符 121"/>
          <p:cNvCxnSpPr/>
          <p:nvPr>
            <p:custDataLst>
              <p:tags r:id="rId12"/>
            </p:custDataLst>
          </p:nvPr>
        </p:nvCxnSpPr>
        <p:spPr bwMode="auto">
          <a:xfrm>
            <a:off x="3413125" y="3340100"/>
            <a:ext cx="6111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3" name="直接连接符 122"/>
          <p:cNvCxnSpPr/>
          <p:nvPr>
            <p:custDataLst>
              <p:tags r:id="rId13"/>
            </p:custDataLst>
          </p:nvPr>
        </p:nvCxnSpPr>
        <p:spPr bwMode="auto">
          <a:xfrm>
            <a:off x="4024313" y="3340100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4" name="直接连接符 123"/>
          <p:cNvCxnSpPr/>
          <p:nvPr>
            <p:custDataLst>
              <p:tags r:id="rId14"/>
            </p:custDataLst>
          </p:nvPr>
        </p:nvCxnSpPr>
        <p:spPr bwMode="auto">
          <a:xfrm flipV="1">
            <a:off x="5126038" y="2706688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5" name="直接连接符 124"/>
          <p:cNvCxnSpPr/>
          <p:nvPr>
            <p:custDataLst>
              <p:tags r:id="rId15"/>
            </p:custDataLst>
          </p:nvPr>
        </p:nvCxnSpPr>
        <p:spPr bwMode="auto">
          <a:xfrm>
            <a:off x="5126038" y="2706688"/>
            <a:ext cx="61277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6" name="直接连接符 125"/>
          <p:cNvCxnSpPr/>
          <p:nvPr>
            <p:custDataLst>
              <p:tags r:id="rId16"/>
            </p:custDataLst>
          </p:nvPr>
        </p:nvCxnSpPr>
        <p:spPr bwMode="auto">
          <a:xfrm>
            <a:off x="5738813" y="2706688"/>
            <a:ext cx="0" cy="4000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949" name="矩形 198"/>
          <p:cNvSpPr/>
          <p:nvPr>
            <p:custDataLst>
              <p:tags r:id="rId17"/>
            </p:custDataLst>
          </p:nvPr>
        </p:nvSpPr>
        <p:spPr bwMode="auto">
          <a:xfrm>
            <a:off x="1917700" y="3921125"/>
            <a:ext cx="176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3E3992D3-EE96-463B-930B-07E21D980774}" type="datetime'''''''''''''''''''A''0''''''''''''''''''''''''''''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50" name="矩形 199"/>
          <p:cNvSpPr/>
          <p:nvPr>
            <p:custDataLst>
              <p:tags r:id="rId18"/>
            </p:custDataLst>
          </p:nvPr>
        </p:nvSpPr>
        <p:spPr bwMode="auto">
          <a:xfrm>
            <a:off x="3667125" y="3921125"/>
            <a:ext cx="1016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2E6B78B2-3AB0-4400-AD61-0A57DB1D55A6}" type="datetime'''''''''''''''''''''''''''''''''''A'''''">
              <a:rPr lang="en-US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51" name="矩形 201"/>
          <p:cNvSpPr/>
          <p:nvPr>
            <p:custDataLst>
              <p:tags r:id="rId19"/>
            </p:custDataLst>
          </p:nvPr>
        </p:nvSpPr>
        <p:spPr bwMode="auto">
          <a:xfrm>
            <a:off x="5386388" y="3921125"/>
            <a:ext cx="920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D652BDB5-E61D-47CF-9E7A-5574034BCA79}" type="datetime'''''''''''B'''''''''''''''''''''''''''''''''''''''''">
              <a:rPr lang="en-US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52" name="椭圆 202"/>
          <p:cNvSpPr/>
          <p:nvPr>
            <p:custDataLst>
              <p:tags r:id="rId20"/>
            </p:custDataLst>
          </p:nvPr>
        </p:nvSpPr>
        <p:spPr bwMode="auto">
          <a:xfrm>
            <a:off x="1692275" y="3165475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24F6FB8-C47B-45B6-A32D-970458B8C853}" type="datetime'''''-''''''''''''5''''''''''''''''''''3''.''''''''8''%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53" name="椭圆 203"/>
          <p:cNvSpPr/>
          <p:nvPr>
            <p:custDataLst>
              <p:tags r:id="rId21"/>
            </p:custDataLst>
          </p:nvPr>
        </p:nvSpPr>
        <p:spPr bwMode="auto">
          <a:xfrm>
            <a:off x="3430588" y="3232150"/>
            <a:ext cx="5762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159513C-1EA5-47EC-BBB1-D83128B4ADA4}" type="datetime'+''''''9''''''.''''''''''''''''''''''''''''5''''%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54" name="椭圆 204"/>
          <p:cNvSpPr/>
          <p:nvPr>
            <p:custDataLst>
              <p:tags r:id="rId22"/>
            </p:custDataLst>
          </p:nvPr>
        </p:nvSpPr>
        <p:spPr bwMode="auto">
          <a:xfrm>
            <a:off x="5119688" y="2598738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585FAE8-AC6C-4A55-AED7-4C4D9D036212}" type="datetime'''''''-''''2''''''7''''''''''''.''5''''''''''''%''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55" name="矩形 14"/>
          <p:cNvSpPr/>
          <p:nvPr/>
        </p:nvSpPr>
        <p:spPr>
          <a:xfrm>
            <a:off x="6443662" y="2236503"/>
            <a:ext cx="5053014" cy="4216685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48956" name="矩形 34"/>
          <p:cNvSpPr/>
          <p:nvPr>
            <p:custDataLst>
              <p:tags r:id="rId23"/>
            </p:custDataLst>
          </p:nvPr>
        </p:nvSpPr>
        <p:spPr bwMode="auto">
          <a:xfrm>
            <a:off x="2852738" y="2357438"/>
            <a:ext cx="214313" cy="160337"/>
          </a:xfrm>
          <a:prstGeom prst="rect">
            <a:avLst/>
          </a:prstGeom>
          <a:solidFill>
            <a:srgbClr val="C0C0C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957" name="矩形 36"/>
          <p:cNvSpPr/>
          <p:nvPr>
            <p:custDataLst>
              <p:tags r:id="rId24"/>
            </p:custDataLst>
          </p:nvPr>
        </p:nvSpPr>
        <p:spPr bwMode="auto">
          <a:xfrm>
            <a:off x="3575050" y="2357438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8958" name="矩形 33"/>
          <p:cNvSpPr/>
          <p:nvPr>
            <p:custDataLst>
              <p:tags r:id="rId25"/>
            </p:custDataLst>
          </p:nvPr>
        </p:nvSpPr>
        <p:spPr bwMode="auto">
          <a:xfrm>
            <a:off x="3117850" y="2352675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BA094B8-AE43-4602-8414-A0AB6E63B206}" type="datetime'''''''''''''''''''''''2''''''0''2''''''''''''''''''5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59" name="矩形 31"/>
          <p:cNvSpPr/>
          <p:nvPr>
            <p:custDataLst>
              <p:tags r:id="rId26"/>
            </p:custDataLst>
          </p:nvPr>
        </p:nvSpPr>
        <p:spPr bwMode="auto">
          <a:xfrm>
            <a:off x="3840163" y="2352675"/>
            <a:ext cx="355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8A78757-0522-41DF-87C8-254127ED8931}" type="datetime'''''''''2''''''0''''26'''''''''''''''''''''''''''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graphicFrame>
        <p:nvGraphicFramePr>
          <p:cNvPr id="4194386" name="Chart 3"/>
          <p:cNvGraphicFramePr/>
          <p:nvPr>
            <p:custDataLst>
              <p:tags r:id="rId27"/>
            </p:custDataLst>
          </p:nvPr>
        </p:nvGraphicFramePr>
        <p:xfrm>
          <a:off x="1054100" y="4924425"/>
          <a:ext cx="5307013" cy="1233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3145917" name="直接连接符 22"/>
          <p:cNvCxnSpPr/>
          <p:nvPr>
            <p:custDataLst>
              <p:tags r:id="rId28"/>
            </p:custDataLst>
          </p:nvPr>
        </p:nvCxnSpPr>
        <p:spPr bwMode="auto">
          <a:xfrm flipV="1">
            <a:off x="1687513" y="5330825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8" name="直接连接符 23"/>
          <p:cNvCxnSpPr/>
          <p:nvPr>
            <p:custDataLst>
              <p:tags r:id="rId29"/>
            </p:custDataLst>
          </p:nvPr>
        </p:nvCxnSpPr>
        <p:spPr bwMode="auto">
          <a:xfrm>
            <a:off x="1687513" y="5330825"/>
            <a:ext cx="61277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19" name="直接连接符 24"/>
          <p:cNvCxnSpPr/>
          <p:nvPr>
            <p:custDataLst>
              <p:tags r:id="rId30"/>
            </p:custDataLst>
          </p:nvPr>
        </p:nvCxnSpPr>
        <p:spPr bwMode="auto">
          <a:xfrm>
            <a:off x="2300288" y="5330825"/>
            <a:ext cx="0" cy="3000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20" name="直接连接符 25"/>
          <p:cNvCxnSpPr/>
          <p:nvPr>
            <p:custDataLst>
              <p:tags r:id="rId31"/>
            </p:custDataLst>
          </p:nvPr>
        </p:nvCxnSpPr>
        <p:spPr bwMode="auto">
          <a:xfrm flipV="1">
            <a:off x="3402013" y="5378450"/>
            <a:ext cx="0" cy="279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21" name="直接连接符 26"/>
          <p:cNvCxnSpPr/>
          <p:nvPr>
            <p:custDataLst>
              <p:tags r:id="rId32"/>
            </p:custDataLst>
          </p:nvPr>
        </p:nvCxnSpPr>
        <p:spPr bwMode="auto">
          <a:xfrm>
            <a:off x="3402013" y="5378450"/>
            <a:ext cx="6111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22" name="直接连接符 27"/>
          <p:cNvCxnSpPr/>
          <p:nvPr>
            <p:custDataLst>
              <p:tags r:id="rId33"/>
            </p:custDataLst>
          </p:nvPr>
        </p:nvCxnSpPr>
        <p:spPr bwMode="auto">
          <a:xfrm>
            <a:off x="4013200" y="5378450"/>
            <a:ext cx="0" cy="2603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23" name="直接连接符 28"/>
          <p:cNvCxnSpPr/>
          <p:nvPr>
            <p:custDataLst>
              <p:tags r:id="rId34"/>
            </p:custDataLst>
          </p:nvPr>
        </p:nvCxnSpPr>
        <p:spPr bwMode="auto">
          <a:xfrm flipV="1">
            <a:off x="5114925" y="4864100"/>
            <a:ext cx="0" cy="184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24" name="直接连接符 29"/>
          <p:cNvCxnSpPr/>
          <p:nvPr>
            <p:custDataLst>
              <p:tags r:id="rId35"/>
            </p:custDataLst>
          </p:nvPr>
        </p:nvCxnSpPr>
        <p:spPr bwMode="auto">
          <a:xfrm>
            <a:off x="5114925" y="4864100"/>
            <a:ext cx="61277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925" name="直接连接符 32"/>
          <p:cNvCxnSpPr/>
          <p:nvPr>
            <p:custDataLst>
              <p:tags r:id="rId36"/>
            </p:custDataLst>
          </p:nvPr>
        </p:nvCxnSpPr>
        <p:spPr bwMode="auto">
          <a:xfrm>
            <a:off x="5727700" y="4864099"/>
            <a:ext cx="0" cy="3143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960" name="矩形 43"/>
          <p:cNvSpPr/>
          <p:nvPr>
            <p:custDataLst>
              <p:tags r:id="rId37"/>
            </p:custDataLst>
          </p:nvPr>
        </p:nvSpPr>
        <p:spPr bwMode="auto">
          <a:xfrm>
            <a:off x="1906588" y="5975350"/>
            <a:ext cx="1762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21CE7F1E-3ED8-4C57-89FF-A681F2AB02E9}" type="datetime'A''''''''''''''''''''''''''''''''''''''''''0'''''''''">
              <a:rPr lang="zh-CN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61" name="矩形 44"/>
          <p:cNvSpPr/>
          <p:nvPr>
            <p:custDataLst>
              <p:tags r:id="rId38"/>
            </p:custDataLst>
          </p:nvPr>
        </p:nvSpPr>
        <p:spPr bwMode="auto">
          <a:xfrm>
            <a:off x="3656013" y="5975350"/>
            <a:ext cx="1016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D782DD8D-54BF-44DB-A094-752882AE3768}" type="datetime'''''''''''''''''''''''''''''''''''A'''''''''">
              <a:rPr lang="en-US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62" name="矩形 45"/>
          <p:cNvSpPr/>
          <p:nvPr>
            <p:custDataLst>
              <p:tags r:id="rId39"/>
            </p:custDataLst>
          </p:nvPr>
        </p:nvSpPr>
        <p:spPr bwMode="auto">
          <a:xfrm>
            <a:off x="5375275" y="5975350"/>
            <a:ext cx="920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t" anchorCtr="0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</a:pPr>
            <a:fld id="{0B8520F5-5427-45FD-995F-C8A7AFADB8B3}" type="datetime'''''''''''''''''''''''''''''''''B'''''''''''''">
              <a:rPr lang="en-US" altLang="en-US" sz="1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0" i="0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8963" name="椭圆 48"/>
          <p:cNvSpPr/>
          <p:nvPr>
            <p:custDataLst>
              <p:tags r:id="rId40"/>
            </p:custDataLst>
          </p:nvPr>
        </p:nvSpPr>
        <p:spPr bwMode="auto">
          <a:xfrm>
            <a:off x="1681163" y="5222875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6B7923A-A5FE-411B-9D51-2645792D4CC6}" type="datetime'-''''''''''''''''''''5''''''''''''2''''''''''''.''''''''9''%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64" name="椭圆 49"/>
          <p:cNvSpPr/>
          <p:nvPr>
            <p:custDataLst>
              <p:tags r:id="rId41"/>
            </p:custDataLst>
          </p:nvPr>
        </p:nvSpPr>
        <p:spPr bwMode="auto">
          <a:xfrm>
            <a:off x="3363913" y="5270500"/>
            <a:ext cx="685800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D1DDBCF-6D54-4666-B323-D134CEDEA3AB}" type="datetime'''''''+2''''''''''''''6''''''''''''''.''''''''''0''%''''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65" name="椭圆 50"/>
          <p:cNvSpPr/>
          <p:nvPr>
            <p:custDataLst>
              <p:tags r:id="rId42"/>
            </p:custDataLst>
          </p:nvPr>
        </p:nvSpPr>
        <p:spPr bwMode="auto">
          <a:xfrm>
            <a:off x="5108575" y="4756150"/>
            <a:ext cx="627063" cy="2159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FCFAC3-4F18-4656-8D63-E2B0B5E21DA8}" type="datetime'''-1''''9.0%'''">
              <a:rPr lang="en-US" altLang="en-US" sz="1000" b="1" smtClean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kumimoji="0" lang="zh-CN" altLang="en-US" sz="10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048966" name="文本占位符 12"/>
          <p:cNvSpPr txBox="1"/>
          <p:nvPr/>
        </p:nvSpPr>
        <p:spPr bwMode="auto">
          <a:xfrm>
            <a:off x="747207" y="3361993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单月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67" name="文本占位符 12"/>
          <p:cNvSpPr txBox="1"/>
          <p:nvPr/>
        </p:nvSpPr>
        <p:spPr bwMode="auto">
          <a:xfrm>
            <a:off x="781085" y="5460945"/>
            <a:ext cx="279906" cy="57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05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累计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4194387" name="表格 16"/>
          <p:cNvGraphicFramePr>
            <a:graphicFrameLocks noGrp="1"/>
          </p:cNvGraphicFramePr>
          <p:nvPr/>
        </p:nvGraphicFramePr>
        <p:xfrm>
          <a:off x="696868" y="6177387"/>
          <a:ext cx="5635973" cy="277099"/>
        </p:xfrm>
        <a:graphic>
          <a:graphicData uri="http://schemas.openxmlformats.org/drawingml/2006/table">
            <a:tbl>
              <a:tblPr firstRow="1" bandRow="1"/>
              <a:tblGrid>
                <a:gridCol w="518949"/>
                <a:gridCol w="1436136"/>
                <a:gridCol w="1806671"/>
                <a:gridCol w="1874217"/>
              </a:tblGrid>
              <a:tr h="2770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13.6%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12.6%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73.8%</a:t>
                      </a:r>
                      <a:endParaRPr lang="zh-CN" sz="11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solidFill>
                      <a:srgbClr val="ECF1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88" name="内容占位符 1"/>
          <p:cNvGraphicFramePr/>
          <p:nvPr/>
        </p:nvGraphicFramePr>
        <p:xfrm>
          <a:off x="6424479" y="2280851"/>
          <a:ext cx="5061216" cy="4106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94389" name="内容占位符 29"/>
          <p:cNvGraphicFramePr/>
          <p:nvPr/>
        </p:nvGraphicFramePr>
        <p:xfrm>
          <a:off x="8525734" y="2236690"/>
          <a:ext cx="2974773" cy="39656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0700"/>
                <a:gridCol w="459906"/>
                <a:gridCol w="459906"/>
                <a:gridCol w="534059"/>
                <a:gridCol w="552741"/>
                <a:gridCol w="447461"/>
              </a:tblGrid>
              <a:tr h="2440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级别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份额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排名变化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rPr>
                        <a:t>累计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4997" marR="4997" marT="499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-55.3%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-9.1%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2.8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-8.6%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-17.3%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2.9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-21.5%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-47.5%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-9.6%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-14.3%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-15.5%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-11.1%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1.9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-20.4%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1.9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-58.5%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-8.4%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3.9%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-66.3%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-11.8%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2.7%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44.4%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248.3%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-39.0%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-24.6%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2.3%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-45.5%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10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-55.1%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-8.2%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1.8%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</a:t>
                      </a:r>
                      <a:endParaRPr lang="zh-CN" sz="1000" b="0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90" name="表格 19"/>
          <p:cNvGraphicFramePr>
            <a:graphicFrameLocks noGrp="1"/>
          </p:cNvGraphicFramePr>
          <p:nvPr/>
        </p:nvGraphicFramePr>
        <p:xfrm>
          <a:off x="6443663" y="6202991"/>
          <a:ext cx="5051468" cy="250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0256"/>
                <a:gridCol w="1381212"/>
              </a:tblGrid>
              <a:tr h="2508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MPV TOP15</a:t>
                      </a: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车型</a:t>
                      </a:r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累计份额</a:t>
                      </a:r>
                      <a:endParaRPr lang="zh-CN" altLang="en-US" sz="10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ea typeface="等线" panose="02010600030101010101" charset="-122"/>
                        </a:rPr>
                        <a:t>80.0%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8968" name="文本框 20"/>
          <p:cNvSpPr txBox="1"/>
          <p:nvPr/>
        </p:nvSpPr>
        <p:spPr bwMode="auto">
          <a:xfrm rot="10800000" flipH="1" flipV="1">
            <a:off x="6434442" y="2243499"/>
            <a:ext cx="492595" cy="2308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万辆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969" name="矩形 4"/>
          <p:cNvSpPr/>
          <p:nvPr/>
        </p:nvSpPr>
        <p:spPr>
          <a:xfrm>
            <a:off x="6450590" y="2737428"/>
            <a:ext cx="5051467" cy="250868"/>
          </a:xfrm>
          <a:prstGeom prst="rect">
            <a:avLst/>
          </a:prstGeom>
          <a:noFill/>
          <a:ln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K.6SNoWujyGY67uf4xULBw"/>
</p:tagLst>
</file>

<file path=ppt/tags/tag4.xml><?xml version="1.0" encoding="utf-8"?>
<p:tagLst xmlns:p="http://schemas.openxmlformats.org/presentationml/2006/main">
  <p:tag name="THINKCELLSHAPEDONOTDELETE" val="tCrCZMHjJ6bF5CpG9ZAb8zg"/>
</p:tagLst>
</file>

<file path=ppt/tags/tag5.xml><?xml version="1.0" encoding="utf-8"?>
<p:tagLst xmlns:p="http://schemas.openxmlformats.org/presentationml/2006/main">
  <p:tag name="THINKCELLSHAPEDONOTDELETE" val="teWOFJ3auVPUhZkCO8I2ysQ"/>
</p:tagLst>
</file>

<file path=ppt/tags/tag6.xml><?xml version="1.0" encoding="utf-8"?>
<p:tagLst xmlns:p="http://schemas.openxmlformats.org/presentationml/2006/main">
  <p:tag name="THINKCELLSHAPEDONOTDELETE" val="t3OTjNLNoLjk29Ow5bOKqGA"/>
</p:tagLst>
</file>

<file path=ppt/tags/tag7.xml><?xml version="1.0" encoding="utf-8"?>
<p:tagLst xmlns:p="http://schemas.openxmlformats.org/presentationml/2006/main">
  <p:tag name="THINKCELLSHAPEDONOTDELETE" val="tzejESlsEZ4CxPiNoUodXXQ"/>
</p:tagLst>
</file>

<file path=ppt/tags/tag8.xml><?xml version="1.0" encoding="utf-8"?>
<p:tagLst xmlns:p="http://schemas.openxmlformats.org/presentationml/2006/main">
  <p:tag name="THINKCELLSHAPEDONOTDELETE" val="tSNKBPf_hnm8HyCZlcL4YIw"/>
</p:tagLst>
</file>

<file path=ppt/tags/tag9.xml><?xml version="1.0" encoding="utf-8"?>
<p:tagLst xmlns:p="http://schemas.openxmlformats.org/presentationml/2006/main">
  <p:tag name="THINKCELLSHAPEDONOTDELETE" val="t.P7Kj7pio61drH51ZckYag"/>
</p:tagLst>
</file>

<file path=ppt/tags/tag10.xml><?xml version="1.0" encoding="utf-8"?>
<p:tagLst xmlns:p="http://schemas.openxmlformats.org/presentationml/2006/main">
  <p:tag name="THINKCELLSHAPEDONOTDELETE" val="tL26PLY3GoxSFmxzrTQrd0Q"/>
</p:tagLst>
</file>

<file path=ppt/tags/tag11.xml><?xml version="1.0" encoding="utf-8"?>
<p:tagLst xmlns:p="http://schemas.openxmlformats.org/presentationml/2006/main">
  <p:tag name="THINKCELLSHAPEDONOTDELETE" val="tskMytt9zzG9kvUqH_ooN9g"/>
</p:tagLst>
</file>

<file path=ppt/tags/tag12.xml><?xml version="1.0" encoding="utf-8"?>
<p:tagLst xmlns:p="http://schemas.openxmlformats.org/presentationml/2006/main">
  <p:tag name="THINKCELLSHAPEDONOTDELETE" val="twXlFWtA8ug254ibhZpa1ig"/>
</p:tagLst>
</file>

<file path=ppt/tags/tag13.xml><?xml version="1.0" encoding="utf-8"?>
<p:tagLst xmlns:p="http://schemas.openxmlformats.org/presentationml/2006/main">
  <p:tag name="THINKCELLSHAPEDONOTDELETE" val="tb0FQMSmIMD02cwyw_8WA2Q"/>
</p:tagLst>
</file>

<file path=ppt/tags/tag14.xml><?xml version="1.0" encoding="utf-8"?>
<p:tagLst xmlns:p="http://schemas.openxmlformats.org/presentationml/2006/main">
  <p:tag name="THINKCELLSHAPEDONOTDELETE" val="tK8swflK940xu1lc0fs5m9A"/>
</p:tagLst>
</file>

<file path=ppt/tags/tag15.xml><?xml version="1.0" encoding="utf-8"?>
<p:tagLst xmlns:p="http://schemas.openxmlformats.org/presentationml/2006/main">
  <p:tag name="THINKCELLSHAPEDONOTDELETE" val="tVRDB1f5SSyyPjRvfiLjWWQ"/>
</p:tagLst>
</file>

<file path=ppt/tags/tag16.xml><?xml version="1.0" encoding="utf-8"?>
<p:tagLst xmlns:p="http://schemas.openxmlformats.org/presentationml/2006/main">
  <p:tag name="THINKCELLSHAPEDONOTDELETE" val="tSAfzRsGFAml2JBmnZo9j2A"/>
</p:tagLst>
</file>

<file path=ppt/tags/tag17.xml><?xml version="1.0" encoding="utf-8"?>
<p:tagLst xmlns:p="http://schemas.openxmlformats.org/presentationml/2006/main">
  <p:tag name="THINKCELLSHAPEDONOTDELETE" val="tmGwIoSywAc3HNwaXyqoNNA"/>
</p:tagLst>
</file>

<file path=ppt/tags/tag18.xml><?xml version="1.0" encoding="utf-8"?>
<p:tagLst xmlns:p="http://schemas.openxmlformats.org/presentationml/2006/main">
  <p:tag name="THINKCELLSHAPEDONOTDELETE" val="t_mgfZSUg.ExbUJamD4oYwg"/>
</p:tagLst>
</file>

<file path=ppt/tags/tag19.xml><?xml version="1.0" encoding="utf-8"?>
<p:tagLst xmlns:p="http://schemas.openxmlformats.org/presentationml/2006/main">
  <p:tag name="THINKCELLSHAPEDONOTDELETE" val="t9a6Lw1_.H9JlEVoj9ehuyQ"/>
</p:tagLst>
</file>

<file path=ppt/tags/tag20.xml><?xml version="1.0" encoding="utf-8"?>
<p:tagLst xmlns:p="http://schemas.openxmlformats.org/presentationml/2006/main">
  <p:tag name="THINKCELLSHAPEDONOTDELETE" val="tvrlxBUlvu3U_YzIH8.85qw"/>
</p:tagLst>
</file>

<file path=ppt/tags/tag21.xml><?xml version="1.0" encoding="utf-8"?>
<p:tagLst xmlns:p="http://schemas.openxmlformats.org/presentationml/2006/main">
  <p:tag name="THINKCELLSHAPEDONOTDELETE" val="tXyv3mZExBkcUAYxwo_JuNw"/>
</p:tagLst>
</file>

<file path=ppt/tags/tag22.xml><?xml version="1.0" encoding="utf-8"?>
<p:tagLst xmlns:p="http://schemas.openxmlformats.org/presentationml/2006/main">
  <p:tag name="THINKCELLSHAPEDONOTDELETE" val="tS48YQ4SeMCvY9ZbOy.Gf9A"/>
</p:tagLst>
</file>

<file path=ppt/tags/tag23.xml><?xml version="1.0" encoding="utf-8"?>
<p:tagLst xmlns:p="http://schemas.openxmlformats.org/presentationml/2006/main">
  <p:tag name="THINKCELLSHAPEDONOTDELETE" val="tgVR4ryrM1uhrFl6O.xU2tQ"/>
</p:tagLst>
</file>

<file path=ppt/tags/tag24.xml><?xml version="1.0" encoding="utf-8"?>
<p:tagLst xmlns:p="http://schemas.openxmlformats.org/presentationml/2006/main">
  <p:tag name="THINKCELLSHAPEDONOTDELETE" val="tD0QFG41Y93W9_EfkehGTvA"/>
</p:tagLst>
</file>

<file path=ppt/tags/tag25.xml><?xml version="1.0" encoding="utf-8"?>
<p:tagLst xmlns:p="http://schemas.openxmlformats.org/presentationml/2006/main">
  <p:tag name="THINKCELLSHAPEDONOTDELETE" val="tPBdPMIKNgItvXM60j.VYRQ"/>
</p:tagLst>
</file>

<file path=ppt/tags/tag26.xml><?xml version="1.0" encoding="utf-8"?>
<p:tagLst xmlns:p="http://schemas.openxmlformats.org/presentationml/2006/main">
  <p:tag name="THINKCELLSHAPEDONOTDELETE" val="tw8V2SG97vSADqfSy7X9OBg"/>
</p:tagLst>
</file>

<file path=ppt/tags/tag27.xml><?xml version="1.0" encoding="utf-8"?>
<p:tagLst xmlns:p="http://schemas.openxmlformats.org/presentationml/2006/main">
  <p:tag name="THINKCELLSHAPEDONOTDELETE" val="tnMeTT_sWYnmFZ1nhbyezfQ"/>
</p:tagLst>
</file>

<file path=ppt/tags/tag28.xml><?xml version="1.0" encoding="utf-8"?>
<p:tagLst xmlns:p="http://schemas.openxmlformats.org/presentationml/2006/main">
  <p:tag name="THINKCELLSHAPEDONOTDELETE" val="tuh.hM3n.i2Ntri76i1to4g"/>
</p:tagLst>
</file>

<file path=ppt/tags/tag29.xml><?xml version="1.0" encoding="utf-8"?>
<p:tagLst xmlns:p="http://schemas.openxmlformats.org/presentationml/2006/main">
  <p:tag name="THINKCELLSHAPEDONOTDELETE" val="tw9HlAlw3p_1ZRP.Hz65Gvw"/>
</p:tagLst>
</file>

<file path=ppt/tags/tag30.xml><?xml version="1.0" encoding="utf-8"?>
<p:tagLst xmlns:p="http://schemas.openxmlformats.org/presentationml/2006/main">
  <p:tag name="THINKCELLSHAPEDONOTDELETE" val="txrodtJOEK5cRUB5Dbli.Gw"/>
</p:tagLst>
</file>

<file path=ppt/tags/tag31.xml><?xml version="1.0" encoding="utf-8"?>
<p:tagLst xmlns:p="http://schemas.openxmlformats.org/presentationml/2006/main">
  <p:tag name="THINKCELLSHAPEDONOTDELETE" val="tuQXO8aKruUUgoWvMp0tORw"/>
</p:tagLst>
</file>

<file path=ppt/tags/tag32.xml><?xml version="1.0" encoding="utf-8"?>
<p:tagLst xmlns:p="http://schemas.openxmlformats.org/presentationml/2006/main">
  <p:tag name="THINKCELLSHAPEDONOTDELETE" val="taBMzLH91ei3xmTh0.gqbBg"/>
</p:tagLst>
</file>

<file path=ppt/tags/tag33.xml><?xml version="1.0" encoding="utf-8"?>
<p:tagLst xmlns:p="http://schemas.openxmlformats.org/presentationml/2006/main">
  <p:tag name="THINKCELLSHAPEDONOTDELETE" val="tZjmf88Mh9EtMOciJXUZR3A"/>
</p:tagLst>
</file>

<file path=ppt/tags/tag34.xml><?xml version="1.0" encoding="utf-8"?>
<p:tagLst xmlns:p="http://schemas.openxmlformats.org/presentationml/2006/main">
  <p:tag name="THINKCELLSHAPEDONOTDELETE" val="ty75_coad5bN76JiiLn5i4w"/>
</p:tagLst>
</file>

<file path=ppt/tags/tag35.xml><?xml version="1.0" encoding="utf-8"?>
<p:tagLst xmlns:p="http://schemas.openxmlformats.org/presentationml/2006/main">
  <p:tag name="THINKCELLSHAPEDONOTDELETE" val="tIZusnhKBL0nf7a7NMkh92Q"/>
</p:tagLst>
</file>

<file path=ppt/tags/tag36.xml><?xml version="1.0" encoding="utf-8"?>
<p:tagLst xmlns:p="http://schemas.openxmlformats.org/presentationml/2006/main">
  <p:tag name="THINKCELLSHAPEDONOTDELETE" val="tWJhkkan0henFghO5fktiAQ"/>
</p:tagLst>
</file>

<file path=ppt/tags/tag37.xml><?xml version="1.0" encoding="utf-8"?>
<p:tagLst xmlns:p="http://schemas.openxmlformats.org/presentationml/2006/main">
  <p:tag name="THINKCELLSHAPEDONOTDELETE" val="taCKlI3b6aS.cK7vsj2orfw"/>
</p:tagLst>
</file>

<file path=ppt/tags/tag38.xml><?xml version="1.0" encoding="utf-8"?>
<p:tagLst xmlns:p="http://schemas.openxmlformats.org/presentationml/2006/main">
  <p:tag name="THINKCELLSHAPEDONOTDELETE" val="tmKKjAV9QkO7qGjsyFtQj4w"/>
</p:tagLst>
</file>

<file path=ppt/tags/tag39.xml><?xml version="1.0" encoding="utf-8"?>
<p:tagLst xmlns:p="http://schemas.openxmlformats.org/presentationml/2006/main">
  <p:tag name="THINKCELLSHAPEDONOTDELETE" val="tAS4WcnQayYLWIXdY3kxFFQ"/>
</p:tagLst>
</file>

<file path=ppt/tags/tag40.xml><?xml version="1.0" encoding="utf-8"?>
<p:tagLst xmlns:p="http://schemas.openxmlformats.org/presentationml/2006/main">
  <p:tag name="THINKCELLSHAPEDONOTDELETE" val="t.68OddPS2z2.uz1Mwfyhaw"/>
</p:tagLst>
</file>

<file path=ppt/tags/tag41.xml><?xml version="1.0" encoding="utf-8"?>
<p:tagLst xmlns:p="http://schemas.openxmlformats.org/presentationml/2006/main">
  <p:tag name="THINKCELLSHAPEDONOTDELETE" val="twRj.7SKf8_btufioIlCr2Q"/>
</p:tagLst>
</file>

<file path=ppt/tags/tag42.xml><?xml version="1.0" encoding="utf-8"?>
<p:tagLst xmlns:p="http://schemas.openxmlformats.org/presentationml/2006/main">
  <p:tag name="THINKCELLSHAPEDONOTDELETE" val="tDQpjf4T7DQMCXKuTbrcL1Q"/>
</p:tagLst>
</file>

<file path=ppt/tags/tag43.xml><?xml version="1.0" encoding="utf-8"?>
<p:tagLst xmlns:p="http://schemas.openxmlformats.org/presentationml/2006/main">
  <p:tag name="THINKCELLSHAPEDONOTDELETE" val="tTcsTHrLbPRhsaHt6mxGXyQ"/>
</p:tagLst>
</file>

<file path=ppt/tags/tag44.xml><?xml version="1.0" encoding="utf-8"?>
<p:tagLst xmlns:p="http://schemas.openxmlformats.org/presentationml/2006/main">
  <p:tag name="THINKCELLSHAPEDONOTDELETE" val="tC3FBbx2S2xOKwKSiS58uxw"/>
</p:tagLst>
</file>

<file path=ppt/tags/tag45.xml><?xml version="1.0" encoding="utf-8"?>
<p:tagLst xmlns:p="http://schemas.openxmlformats.org/presentationml/2006/main">
  <p:tag name="THINKCELLSHAPEDONOTDELETE" val="tkUG8Hvsv5SkTxDJZuYbgeQ"/>
</p:tagLst>
</file>

<file path=ppt/tags/tag46.xml><?xml version="1.0" encoding="utf-8"?>
<p:tagLst xmlns:p="http://schemas.openxmlformats.org/presentationml/2006/main">
  <p:tag name="THINKCELLSHAPEDONOTDELETE" val="tCThn93I6gBMiq4G3FTxoGA"/>
</p:tagLst>
</file>

<file path=ppt/tags/tag47.xml><?xml version="1.0" encoding="utf-8"?>
<p:tagLst xmlns:p="http://schemas.openxmlformats.org/presentationml/2006/main">
  <p:tag name="THINKCELLSHAPEDONOTDELETE" val="tTzMkG2Ybu9O.uAKHDzaEOw"/>
</p:tagLst>
</file>

<file path=ppt/tags/tag48.xml><?xml version="1.0" encoding="utf-8"?>
<p:tagLst xmlns:p="http://schemas.openxmlformats.org/presentationml/2006/main">
  <p:tag name="THINKCELLSHAPEDONOTDELETE" val="tsIzF1GjXEfvTeyaVIAXHvQ"/>
</p:tagLst>
</file>

<file path=ppt/tags/tag49.xml><?xml version="1.0" encoding="utf-8"?>
<p:tagLst xmlns:p="http://schemas.openxmlformats.org/presentationml/2006/main">
  <p:tag name="THINKCELLSHAPEDONOTDELETE" val="tN9YJGWEVz1DcLcIhmT_hhA"/>
</p:tagLst>
</file>

<file path=ppt/tags/tag50.xml><?xml version="1.0" encoding="utf-8"?>
<p:tagLst xmlns:p="http://schemas.openxmlformats.org/presentationml/2006/main">
  <p:tag name="THINKCELLSHAPEDONOTDELETE" val="tD7lpPxApGdPPueVacEyIlg"/>
</p:tagLst>
</file>

<file path=ppt/tags/tag51.xml><?xml version="1.0" encoding="utf-8"?>
<p:tagLst xmlns:p="http://schemas.openxmlformats.org/presentationml/2006/main">
  <p:tag name="THINKCELLSHAPEDONOTDELETE" val="tIBPPlQW7CD2EifHt63zGQQ"/>
</p:tagLst>
</file>

<file path=ppt/tags/tag52.xml><?xml version="1.0" encoding="utf-8"?>
<p:tagLst xmlns:p="http://schemas.openxmlformats.org/presentationml/2006/main">
  <p:tag name="THINKCELLSHAPEDONOTDELETE" val="tS2WjB9nSD0EvqJXHtizSQA"/>
</p:tagLst>
</file>

<file path=ppt/tags/tag53.xml><?xml version="1.0" encoding="utf-8"?>
<p:tagLst xmlns:p="http://schemas.openxmlformats.org/presentationml/2006/main">
  <p:tag name="THINKCELLSHAPEDONOTDELETE" val="tziXpWa9MQR.EuiFcOCENOg"/>
</p:tagLst>
</file>

<file path=ppt/tags/tag54.xml><?xml version="1.0" encoding="utf-8"?>
<p:tagLst xmlns:p="http://schemas.openxmlformats.org/presentationml/2006/main">
  <p:tag name="THINKCELLSHAPEDONOTDELETE" val="tKx0AeS9O228O.0L7KHmTzA"/>
</p:tagLst>
</file>

<file path=ppt/tags/tag55.xml><?xml version="1.0" encoding="utf-8"?>
<p:tagLst xmlns:p="http://schemas.openxmlformats.org/presentationml/2006/main">
  <p:tag name="THINKCELLSHAPEDONOTDELETE" val="t7RF4yorBhEbkdaf2XKaqxQ"/>
</p:tagLst>
</file>

<file path=ppt/tags/tag56.xml><?xml version="1.0" encoding="utf-8"?>
<p:tagLst xmlns:p="http://schemas.openxmlformats.org/presentationml/2006/main">
  <p:tag name="THINKCELLSHAPEDONOTDELETE" val="tKTKY8GArpFQZyLSmzbDa4g"/>
</p:tagLst>
</file>

<file path=ppt/tags/tag57.xml><?xml version="1.0" encoding="utf-8"?>
<p:tagLst xmlns:p="http://schemas.openxmlformats.org/presentationml/2006/main">
  <p:tag name="THINKCELLSHAPEDONOTDELETE" val="t7001ZLf4XGeJaZuvNQLs.g"/>
</p:tagLst>
</file>

<file path=ppt/tags/tag58.xml><?xml version="1.0" encoding="utf-8"?>
<p:tagLst xmlns:p="http://schemas.openxmlformats.org/presentationml/2006/main">
  <p:tag name="THINKCELLSHAPEDONOTDELETE" val="t32IXH0aZfGmwjiCPzItEnQ"/>
</p:tagLst>
</file>

<file path=ppt/tags/tag59.xml><?xml version="1.0" encoding="utf-8"?>
<p:tagLst xmlns:p="http://schemas.openxmlformats.org/presentationml/2006/main">
  <p:tag name="THINKCELLSHAPEDONOTDELETE" val="tQmSxRs3WO5_I2vVVTRpHuQ"/>
</p:tagLst>
</file>

<file path=ppt/tags/tag60.xml><?xml version="1.0" encoding="utf-8"?>
<p:tagLst xmlns:p="http://schemas.openxmlformats.org/presentationml/2006/main">
  <p:tag name="THINKCELLSHAPEDONOTDELETE" val="tYN013.qyf9vjsInIq0lokQ"/>
</p:tagLst>
</file>

<file path=ppt/tags/tag61.xml><?xml version="1.0" encoding="utf-8"?>
<p:tagLst xmlns:p="http://schemas.openxmlformats.org/presentationml/2006/main">
  <p:tag name="THINKCELLSHAPEDONOTDELETE" val="tfX0lsFT1JbB7e7SwwrdcZw"/>
</p:tagLst>
</file>

<file path=ppt/tags/tag62.xml><?xml version="1.0" encoding="utf-8"?>
<p:tagLst xmlns:p="http://schemas.openxmlformats.org/presentationml/2006/main">
  <p:tag name="THINKCELLSHAPEDONOTDELETE" val="tHBNDmDkG_NdqQdlfzudGxQ"/>
</p:tagLst>
</file>

<file path=ppt/tags/tag63.xml><?xml version="1.0" encoding="utf-8"?>
<p:tagLst xmlns:p="http://schemas.openxmlformats.org/presentationml/2006/main">
  <p:tag name="THINKCELLSHAPEDONOTDELETE" val="tiOSaXh.TZFzLilVyYZnxYA"/>
</p:tagLst>
</file>

<file path=ppt/tags/tag64.xml><?xml version="1.0" encoding="utf-8"?>
<p:tagLst xmlns:p="http://schemas.openxmlformats.org/presentationml/2006/main">
  <p:tag name="THINKCELLSHAPEDONOTDELETE" val="tixBQJLtiqd4DeN1UoDBK_g"/>
</p:tagLst>
</file>

<file path=ppt/tags/tag65.xml><?xml version="1.0" encoding="utf-8"?>
<p:tagLst xmlns:p="http://schemas.openxmlformats.org/presentationml/2006/main">
  <p:tag name="THINKCELLSHAPEDONOTDELETE" val="t_RU42QRnFacc2fbujh94Tg"/>
</p:tagLst>
</file>

<file path=ppt/tags/tag66.xml><?xml version="1.0" encoding="utf-8"?>
<p:tagLst xmlns:p="http://schemas.openxmlformats.org/presentationml/2006/main">
  <p:tag name="THINKCELLSHAPEDONOTDELETE" val="tytaZP9ER2emtp8Cz9PWQOA"/>
</p:tagLst>
</file>

<file path=ppt/tags/tag67.xml><?xml version="1.0" encoding="utf-8"?>
<p:tagLst xmlns:p="http://schemas.openxmlformats.org/presentationml/2006/main">
  <p:tag name="THINKCELLSHAPEDONOTDELETE" val="t3YrtBp7IpXz3WuGRD3.r6w"/>
</p:tagLst>
</file>

<file path=ppt/tags/tag68.xml><?xml version="1.0" encoding="utf-8"?>
<p:tagLst xmlns:p="http://schemas.openxmlformats.org/presentationml/2006/main">
  <p:tag name="THINKCELLSHAPEDONOTDELETE" val="tC0F1mCNsxJrSSoWjqkAFFg"/>
</p:tagLst>
</file>

<file path=ppt/tags/tag69.xml><?xml version="1.0" encoding="utf-8"?>
<p:tagLst xmlns:p="http://schemas.openxmlformats.org/presentationml/2006/main">
  <p:tag name="THINKCELLSHAPEDONOTDELETE" val="tXqjPgDL7GhHjM5Rt_sWilw"/>
</p:tagLst>
</file>

<file path=ppt/tags/tag70.xml><?xml version="1.0" encoding="utf-8"?>
<p:tagLst xmlns:p="http://schemas.openxmlformats.org/presentationml/2006/main">
  <p:tag name="THINKCELLSHAPEDONOTDELETE" val="tN2qIm3J873NdTBJWyv9mQw"/>
</p:tagLst>
</file>

<file path=ppt/tags/tag71.xml><?xml version="1.0" encoding="utf-8"?>
<p:tagLst xmlns:p="http://schemas.openxmlformats.org/presentationml/2006/main">
  <p:tag name="THINKCELLSHAPEDONOTDELETE" val="t6wxU1kLRb71RRy9EMKGlwA"/>
</p:tagLst>
</file>

<file path=ppt/tags/tag72.xml><?xml version="1.0" encoding="utf-8"?>
<p:tagLst xmlns:p="http://schemas.openxmlformats.org/presentationml/2006/main">
  <p:tag name="THINKCELLSHAPEDONOTDELETE" val="tjmWpmN_vm1HJ.pC4SKT5FQ"/>
</p:tagLst>
</file>

<file path=ppt/tags/tag73.xml><?xml version="1.0" encoding="utf-8"?>
<p:tagLst xmlns:p="http://schemas.openxmlformats.org/presentationml/2006/main">
  <p:tag name="THINKCELLSHAPEDONOTDELETE" val="tb036XeH6NvqDoU_SLJI7aQ"/>
</p:tagLst>
</file>

<file path=ppt/tags/tag74.xml><?xml version="1.0" encoding="utf-8"?>
<p:tagLst xmlns:p="http://schemas.openxmlformats.org/presentationml/2006/main">
  <p:tag name="THINKCELLSHAPEDONOTDELETE" val="thinkcellActiveDocDoNotDelete"/>
</p:tagLst>
</file>

<file path=ppt/tags/tag75.xml><?xml version="1.0" encoding="utf-8"?>
<p:tagLst xmlns:p="http://schemas.openxmlformats.org/presentationml/2006/main">
  <p:tag name="THINKCELLSHAPEDONOTDELETE" val="tK.6SNoWujyGY67uf4xULBw"/>
</p:tagLst>
</file>

<file path=ppt/tags/tag76.xml><?xml version="1.0" encoding="utf-8"?>
<p:tagLst xmlns:p="http://schemas.openxmlformats.org/presentationml/2006/main">
  <p:tag name="THINKCELLSHAPEDONOTDELETE" val="tCrCZMHjJ6bF5CpG9ZAb8zg"/>
</p:tagLst>
</file>

<file path=ppt/tags/tag77.xml><?xml version="1.0" encoding="utf-8"?>
<p:tagLst xmlns:p="http://schemas.openxmlformats.org/presentationml/2006/main">
  <p:tag name="THINKCELLSHAPEDONOTDELETE" val="teWOFJ3auVPUhZkCO8I2ysQ"/>
</p:tagLst>
</file>

<file path=ppt/tags/tag78.xml><?xml version="1.0" encoding="utf-8"?>
<p:tagLst xmlns:p="http://schemas.openxmlformats.org/presentationml/2006/main">
  <p:tag name="THINKCELLSHAPEDONOTDELETE" val="t3OTjNLNoLjk29Ow5bOKqGA"/>
</p:tagLst>
</file>

<file path=ppt/tags/tag79.xml><?xml version="1.0" encoding="utf-8"?>
<p:tagLst xmlns:p="http://schemas.openxmlformats.org/presentationml/2006/main">
  <p:tag name="THINKCELLSHAPEDONOTDELETE" val="tzejESlsEZ4CxPiNoUodXXQ"/>
</p:tagLst>
</file>

<file path=ppt/tags/tag80.xml><?xml version="1.0" encoding="utf-8"?>
<p:tagLst xmlns:p="http://schemas.openxmlformats.org/presentationml/2006/main">
  <p:tag name="THINKCELLSHAPEDONOTDELETE" val="tSNKBPf_hnm8HyCZlcL4YIw"/>
</p:tagLst>
</file>

<file path=ppt/tags/tag81.xml><?xml version="1.0" encoding="utf-8"?>
<p:tagLst xmlns:p="http://schemas.openxmlformats.org/presentationml/2006/main">
  <p:tag name="THINKCELLSHAPEDONOTDELETE" val="t.P7Kj7pio61drH51ZckYag"/>
</p:tagLst>
</file>

<file path=ppt/tags/tag82.xml><?xml version="1.0" encoding="utf-8"?>
<p:tagLst xmlns:p="http://schemas.openxmlformats.org/presentationml/2006/main">
  <p:tag name="THINKCELLSHAPEDONOTDELETE" val="tL26PLY3GoxSFmxzrTQrd0Q"/>
</p:tagLst>
</file>

<file path=ppt/tags/tag83.xml><?xml version="1.0" encoding="utf-8"?>
<p:tagLst xmlns:p="http://schemas.openxmlformats.org/presentationml/2006/main">
  <p:tag name="THINKCELLSHAPEDONOTDELETE" val="tskMytt9zzG9kvUqH_ooN9g"/>
</p:tagLst>
</file>

<file path=ppt/tags/tag84.xml><?xml version="1.0" encoding="utf-8"?>
<p:tagLst xmlns:p="http://schemas.openxmlformats.org/presentationml/2006/main">
  <p:tag name="THINKCELLSHAPEDONOTDELETE" val="twXlFWtA8ug254ibhZpa1ig"/>
</p:tagLst>
</file>

<file path=ppt/tags/tag85.xml><?xml version="1.0" encoding="utf-8"?>
<p:tagLst xmlns:p="http://schemas.openxmlformats.org/presentationml/2006/main">
  <p:tag name="THINKCELLSHAPEDONOTDELETE" val="tb0FQMSmIMD02cwyw_8WA2Q"/>
</p:tagLst>
</file>

<file path=ppt/tags/tag86.xml><?xml version="1.0" encoding="utf-8"?>
<p:tagLst xmlns:p="http://schemas.openxmlformats.org/presentationml/2006/main">
  <p:tag name="THINKCELLSHAPEDONOTDELETE" val="tK8swflK940xu1lc0fs5m9A"/>
</p:tagLst>
</file>

<file path=ppt/tags/tag87.xml><?xml version="1.0" encoding="utf-8"?>
<p:tagLst xmlns:p="http://schemas.openxmlformats.org/presentationml/2006/main">
  <p:tag name="THINKCELLSHAPEDONOTDELETE" val="tVRDB1f5SSyyPjRvfiLjWWQ"/>
</p:tagLst>
</file>

<file path=ppt/tags/tag88.xml><?xml version="1.0" encoding="utf-8"?>
<p:tagLst xmlns:p="http://schemas.openxmlformats.org/presentationml/2006/main">
  <p:tag name="THINKCELLSHAPEDONOTDELETE" val="t95Fj.OumhECZtIr1ykGaQQ"/>
</p:tagLst>
</file>

<file path=ppt/tags/tag89.xml><?xml version="1.0" encoding="utf-8"?>
<p:tagLst xmlns:p="http://schemas.openxmlformats.org/presentationml/2006/main">
  <p:tag name="THINKCELLSHAPEDONOTDELETE" val="tvFXOFNhPngUAoZpT.YY2eA"/>
</p:tagLst>
</file>

<file path=ppt/tags/tag90.xml><?xml version="1.0" encoding="utf-8"?>
<p:tagLst xmlns:p="http://schemas.openxmlformats.org/presentationml/2006/main">
  <p:tag name="THINKCELLSHAPEDONOTDELETE" val="tjEIyRVMauJoGHR3uWE6dvQ"/>
</p:tagLst>
</file>

<file path=ppt/tags/tag91.xml><?xml version="1.0" encoding="utf-8"?>
<p:tagLst xmlns:p="http://schemas.openxmlformats.org/presentationml/2006/main">
  <p:tag name="THINKCELLSHAPEDONOTDELETE" val="tSAfzRsGFAml2JBmnZo9j2A"/>
</p:tagLst>
</file>

<file path=ppt/tags/tag92.xml><?xml version="1.0" encoding="utf-8"?>
<p:tagLst xmlns:p="http://schemas.openxmlformats.org/presentationml/2006/main">
  <p:tag name="THINKCELLSHAPEDONOTDELETE" val="tmGwIoSywAc3HNwaXyqoNNA"/>
</p:tagLst>
</file>

<file path=ppt/tags/tag93.xml><?xml version="1.0" encoding="utf-8"?>
<p:tagLst xmlns:p="http://schemas.openxmlformats.org/presentationml/2006/main">
  <p:tag name="THINKCELLSHAPEDONOTDELETE" val="t_mgfZSUg.ExbUJamD4oYwg"/>
</p:tagLst>
</file>

<file path=ppt/tags/tag94.xml><?xml version="1.0" encoding="utf-8"?>
<p:tagLst xmlns:p="http://schemas.openxmlformats.org/presentationml/2006/main">
  <p:tag name="THINKCELLSHAPEDONOTDELETE" val="t9a6Lw1_.H9JlEVoj9ehuyQ"/>
</p:tagLst>
</file>

<file path=ppt/tags/tag95.xml><?xml version="1.0" encoding="utf-8"?>
<p:tagLst xmlns:p="http://schemas.openxmlformats.org/presentationml/2006/main">
  <p:tag name="THINKCELLSHAPEDONOTDELETE" val="tc0gLW6U.dDon.1JbC6_Oig"/>
</p:tagLst>
</file>

<file path=ppt/tags/tag96.xml><?xml version="1.0" encoding="utf-8"?>
<p:tagLst xmlns:p="http://schemas.openxmlformats.org/presentationml/2006/main">
  <p:tag name="THINKCELLSHAPEDONOTDELETE" val="tvrlxBUlvu3U_YzIH8.85qw"/>
</p:tagLst>
</file>

<file path=ppt/tags/tag97.xml><?xml version="1.0" encoding="utf-8"?>
<p:tagLst xmlns:p="http://schemas.openxmlformats.org/presentationml/2006/main">
  <p:tag name="THINKCELLSHAPEDONOTDELETE" val="tXyv3mZExBkcUAYxwo_JuNw"/>
</p:tagLst>
</file>

<file path=ppt/tags/tag98.xml><?xml version="1.0" encoding="utf-8"?>
<p:tagLst xmlns:p="http://schemas.openxmlformats.org/presentationml/2006/main">
  <p:tag name="THINKCELLSHAPEDONOTDELETE" val="tS48YQ4SeMCvY9ZbOy.Gf9A"/>
</p:tagLst>
</file>

<file path=ppt/tags/tag99.xml><?xml version="1.0" encoding="utf-8"?>
<p:tagLst xmlns:p="http://schemas.openxmlformats.org/presentationml/2006/main">
  <p:tag name="THINKCELLSHAPEDONOTDELETE" val="tgVR4ryrM1uhrFl6O.xU2tQ"/>
</p:tagLst>
</file>

<file path=ppt/tags/tag100.xml><?xml version="1.0" encoding="utf-8"?>
<p:tagLst xmlns:p="http://schemas.openxmlformats.org/presentationml/2006/main">
  <p:tag name="THINKCELLSHAPEDONOTDELETE" val="t6ARS6K8QoOJZsaUJnl2iAw"/>
</p:tagLst>
</file>

<file path=ppt/tags/tag101.xml><?xml version="1.0" encoding="utf-8"?>
<p:tagLst xmlns:p="http://schemas.openxmlformats.org/presentationml/2006/main">
  <p:tag name="THINKCELLSHAPEDONOTDELETE" val="tD0QFG41Y93W9_EfkehGTvA"/>
</p:tagLst>
</file>

<file path=ppt/tags/tag102.xml><?xml version="1.0" encoding="utf-8"?>
<p:tagLst xmlns:p="http://schemas.openxmlformats.org/presentationml/2006/main">
  <p:tag name="THINKCELLSHAPEDONOTDELETE" val="tPBdPMIKNgItvXM60j.VYRQ"/>
</p:tagLst>
</file>

<file path=ppt/tags/tag103.xml><?xml version="1.0" encoding="utf-8"?>
<p:tagLst xmlns:p="http://schemas.openxmlformats.org/presentationml/2006/main">
  <p:tag name="THINKCELLSHAPEDONOTDELETE" val="tw8V2SG97vSADqfSy7X9OBg"/>
</p:tagLst>
</file>

<file path=ppt/tags/tag104.xml><?xml version="1.0" encoding="utf-8"?>
<p:tagLst xmlns:p="http://schemas.openxmlformats.org/presentationml/2006/main">
  <p:tag name="THINKCELLSHAPEDONOTDELETE" val="tnMeTT_sWYnmFZ1nhbyezfQ"/>
</p:tagLst>
</file>

<file path=ppt/tags/tag105.xml><?xml version="1.0" encoding="utf-8"?>
<p:tagLst xmlns:p="http://schemas.openxmlformats.org/presentationml/2006/main">
  <p:tag name="THINKCELLSHAPEDONOTDELETE" val="tuh.hM3n.i2Ntri76i1to4g"/>
</p:tagLst>
</file>

<file path=ppt/tags/tag106.xml><?xml version="1.0" encoding="utf-8"?>
<p:tagLst xmlns:p="http://schemas.openxmlformats.org/presentationml/2006/main">
  <p:tag name="THINKCELLSHAPEDONOTDELETE" val="tw9HlAlw3p_1ZRP.Hz65Gvw"/>
</p:tagLst>
</file>

<file path=ppt/tags/tag107.xml><?xml version="1.0" encoding="utf-8"?>
<p:tagLst xmlns:p="http://schemas.openxmlformats.org/presentationml/2006/main">
  <p:tag name="THINKCELLSHAPEDONOTDELETE" val="txrodtJOEK5cRUB5Dbli.Gw"/>
</p:tagLst>
</file>

<file path=ppt/tags/tag108.xml><?xml version="1.0" encoding="utf-8"?>
<p:tagLst xmlns:p="http://schemas.openxmlformats.org/presentationml/2006/main">
  <p:tag name="THINKCELLSHAPEDONOTDELETE" val="tuQXO8aKruUUgoWvMp0tORw"/>
</p:tagLst>
</file>

<file path=ppt/tags/tag109.xml><?xml version="1.0" encoding="utf-8"?>
<p:tagLst xmlns:p="http://schemas.openxmlformats.org/presentationml/2006/main">
  <p:tag name="THINKCELLSHAPEDONOTDELETE" val="taBMzLH91ei3xmTh0.gqbBg"/>
</p:tagLst>
</file>

<file path=ppt/tags/tag110.xml><?xml version="1.0" encoding="utf-8"?>
<p:tagLst xmlns:p="http://schemas.openxmlformats.org/presentationml/2006/main">
  <p:tag name="THINKCELLSHAPEDONOTDELETE" val="tZjmf88Mh9EtMOciJXUZR3A"/>
</p:tagLst>
</file>

<file path=ppt/tags/tag111.xml><?xml version="1.0" encoding="utf-8"?>
<p:tagLst xmlns:p="http://schemas.openxmlformats.org/presentationml/2006/main">
  <p:tag name="THINKCELLSHAPEDONOTDELETE" val="ty75_coad5bN76JiiLn5i4w"/>
</p:tagLst>
</file>

<file path=ppt/tags/tag112.xml><?xml version="1.0" encoding="utf-8"?>
<p:tagLst xmlns:p="http://schemas.openxmlformats.org/presentationml/2006/main">
  <p:tag name="THINKCELLSHAPEDONOTDELETE" val="tIZusnhKBL0nf7a7NMkh92Q"/>
</p:tagLst>
</file>

<file path=ppt/tags/tag113.xml><?xml version="1.0" encoding="utf-8"?>
<p:tagLst xmlns:p="http://schemas.openxmlformats.org/presentationml/2006/main">
  <p:tag name="THINKCELLSHAPEDONOTDELETE" val="tWJhkkan0henFghO5fktiAQ"/>
</p:tagLst>
</file>

<file path=ppt/tags/tag114.xml><?xml version="1.0" encoding="utf-8"?>
<p:tagLst xmlns:p="http://schemas.openxmlformats.org/presentationml/2006/main">
  <p:tag name="THINKCELLSHAPEDONOTDELETE" val="taCKlI3b6aS.cK7vsj2orfw"/>
</p:tagLst>
</file>

<file path=ppt/tags/tag115.xml><?xml version="1.0" encoding="utf-8"?>
<p:tagLst xmlns:p="http://schemas.openxmlformats.org/presentationml/2006/main">
  <p:tag name="THINKCELLSHAPEDONOTDELETE" val="tmKKjAV9QkO7qGjsyFtQj4w"/>
</p:tagLst>
</file>

<file path=ppt/tags/tag116.xml><?xml version="1.0" encoding="utf-8"?>
<p:tagLst xmlns:p="http://schemas.openxmlformats.org/presentationml/2006/main">
  <p:tag name="THINKCELLSHAPEDONOTDELETE" val="tAS4WcnQayYLWIXdY3kxFFQ"/>
</p:tagLst>
</file>

<file path=ppt/tags/tag117.xml><?xml version="1.0" encoding="utf-8"?>
<p:tagLst xmlns:p="http://schemas.openxmlformats.org/presentationml/2006/main">
  <p:tag name="THINKCELLSHAPEDONOTDELETE" val="t.68OddPS2z2.uz1Mwfyhaw"/>
</p:tagLst>
</file>

<file path=ppt/tags/tag118.xml><?xml version="1.0" encoding="utf-8"?>
<p:tagLst xmlns:p="http://schemas.openxmlformats.org/presentationml/2006/main">
  <p:tag name="THINKCELLSHAPEDONOTDELETE" val="t4v_5PWPJ0Hdlo6__CQwaCA"/>
</p:tagLst>
</file>

<file path=ppt/tags/tag119.xml><?xml version="1.0" encoding="utf-8"?>
<p:tagLst xmlns:p="http://schemas.openxmlformats.org/presentationml/2006/main">
  <p:tag name="THINKCELLSHAPEDONOTDELETE" val="tERWxNAOuSIogt02rrpue3Q"/>
</p:tagLst>
</file>

<file path=ppt/tags/tag120.xml><?xml version="1.0" encoding="utf-8"?>
<p:tagLst xmlns:p="http://schemas.openxmlformats.org/presentationml/2006/main">
  <p:tag name="THINKCELLSHAPEDONOTDELETE" val="ts64FFhqrkehmh0043QmPgQ"/>
</p:tagLst>
</file>

<file path=ppt/tags/tag121.xml><?xml version="1.0" encoding="utf-8"?>
<p:tagLst xmlns:p="http://schemas.openxmlformats.org/presentationml/2006/main">
  <p:tag name="THINKCELLSHAPEDONOTDELETE" val="twRj.7SKf8_btufioIlCr2Q"/>
</p:tagLst>
</file>

<file path=ppt/tags/tag122.xml><?xml version="1.0" encoding="utf-8"?>
<p:tagLst xmlns:p="http://schemas.openxmlformats.org/presentationml/2006/main">
  <p:tag name="THINKCELLSHAPEDONOTDELETE" val="tDQpjf4T7DQMCXKuTbrcL1Q"/>
</p:tagLst>
</file>

<file path=ppt/tags/tag123.xml><?xml version="1.0" encoding="utf-8"?>
<p:tagLst xmlns:p="http://schemas.openxmlformats.org/presentationml/2006/main">
  <p:tag name="THINKCELLSHAPEDONOTDELETE" val="tTcsTHrLbPRhsaHt6mxGXyQ"/>
</p:tagLst>
</file>

<file path=ppt/tags/tag124.xml><?xml version="1.0" encoding="utf-8"?>
<p:tagLst xmlns:p="http://schemas.openxmlformats.org/presentationml/2006/main">
  <p:tag name="THINKCELLSHAPEDONOTDELETE" val="tC3FBbx2S2xOKwKSiS58uxw"/>
</p:tagLst>
</file>

<file path=ppt/tags/tag125.xml><?xml version="1.0" encoding="utf-8"?>
<p:tagLst xmlns:p="http://schemas.openxmlformats.org/presentationml/2006/main">
  <p:tag name="THINKCELLSHAPEDONOTDELETE" val="tblLDK8BY1rOW2yjUdvfgzw"/>
</p:tagLst>
</file>

<file path=ppt/tags/tag126.xml><?xml version="1.0" encoding="utf-8"?>
<p:tagLst xmlns:p="http://schemas.openxmlformats.org/presentationml/2006/main">
  <p:tag name="THINKCELLSHAPEDONOTDELETE" val="tkUG8Hvsv5SkTxDJZuYbgeQ"/>
</p:tagLst>
</file>

<file path=ppt/tags/tag127.xml><?xml version="1.0" encoding="utf-8"?>
<p:tagLst xmlns:p="http://schemas.openxmlformats.org/presentationml/2006/main">
  <p:tag name="THINKCELLSHAPEDONOTDELETE" val="tCThn93I6gBMiq4G3FTxoGA"/>
</p:tagLst>
</file>

<file path=ppt/tags/tag128.xml><?xml version="1.0" encoding="utf-8"?>
<p:tagLst xmlns:p="http://schemas.openxmlformats.org/presentationml/2006/main">
  <p:tag name="THINKCELLSHAPEDONOTDELETE" val="tTzMkG2Ybu9O.uAKHDzaEOw"/>
</p:tagLst>
</file>

<file path=ppt/tags/tag129.xml><?xml version="1.0" encoding="utf-8"?>
<p:tagLst xmlns:p="http://schemas.openxmlformats.org/presentationml/2006/main">
  <p:tag name="THINKCELLSHAPEDONOTDELETE" val="tsIzF1GjXEfvTeyaVIAXHvQ"/>
</p:tagLst>
</file>

<file path=ppt/tags/tag130.xml><?xml version="1.0" encoding="utf-8"?>
<p:tagLst xmlns:p="http://schemas.openxmlformats.org/presentationml/2006/main">
  <p:tag name="THINKCELLSHAPEDONOTDELETE" val="tbICpoR_61cy904u.1lzSaQ"/>
</p:tagLst>
</file>

<file path=ppt/tags/tag131.xml><?xml version="1.0" encoding="utf-8"?>
<p:tagLst xmlns:p="http://schemas.openxmlformats.org/presentationml/2006/main">
  <p:tag name="THINKCELLSHAPEDONOTDELETE" val="tAcV8Yl4gNUWzH5Pudf1EMQ"/>
</p:tagLst>
</file>

<file path=ppt/tags/tag132.xml><?xml version="1.0" encoding="utf-8"?>
<p:tagLst xmlns:p="http://schemas.openxmlformats.org/presentationml/2006/main">
  <p:tag name="THINKCELLSHAPEDONOTDELETE" val="tmuRzmqFtSogT8R76qIjSZw"/>
</p:tagLst>
</file>

<file path=ppt/tags/tag133.xml><?xml version="1.0" encoding="utf-8"?>
<p:tagLst xmlns:p="http://schemas.openxmlformats.org/presentationml/2006/main">
  <p:tag name="THINKCELLSHAPEDONOTDELETE" val="tFyJKNTJm9dgsQjq8HPUKxQ"/>
</p:tagLst>
</file>

<file path=ppt/tags/tag134.xml><?xml version="1.0" encoding="utf-8"?>
<p:tagLst xmlns:p="http://schemas.openxmlformats.org/presentationml/2006/main">
  <p:tag name="THINKCELLSHAPEDONOTDELETE" val="tA5GKNR3VpVNubP.7H7PMiw"/>
</p:tagLst>
</file>

<file path=ppt/tags/tag135.xml><?xml version="1.0" encoding="utf-8"?>
<p:tagLst xmlns:p="http://schemas.openxmlformats.org/presentationml/2006/main">
  <p:tag name="THINKCELLSHAPEDONOTDELETE" val="tGfmcKn1QhUjADi.F2iic6g"/>
</p:tagLst>
</file>

<file path=ppt/tags/tag136.xml><?xml version="1.0" encoding="utf-8"?>
<p:tagLst xmlns:p="http://schemas.openxmlformats.org/presentationml/2006/main">
  <p:tag name="THINKCELLSHAPEDONOTDELETE" val="tXA7ouw.td.bqLzdlwHLwRA"/>
</p:tagLst>
</file>

<file path=ppt/tags/tag137.xml><?xml version="1.0" encoding="utf-8"?>
<p:tagLst xmlns:p="http://schemas.openxmlformats.org/presentationml/2006/main">
  <p:tag name="THINKCELLSHAPEDONOTDELETE" val="tlwbL3PiZNjS3rkrqc0Mb3w"/>
</p:tagLst>
</file>

<file path=ppt/tags/tag138.xml><?xml version="1.0" encoding="utf-8"?>
<p:tagLst xmlns:p="http://schemas.openxmlformats.org/presentationml/2006/main">
  <p:tag name="THINKCELLSHAPEDONOTDELETE" val="tbySlBbM5goXSRSzlNdIlvw"/>
</p:tagLst>
</file>

<file path=ppt/tags/tag139.xml><?xml version="1.0" encoding="utf-8"?>
<p:tagLst xmlns:p="http://schemas.openxmlformats.org/presentationml/2006/main">
  <p:tag name="THINKCELLSHAPEDONOTDELETE" val="t_vCVylCX7JU.dNTUHxaaTw"/>
</p:tagLst>
</file>

<file path=ppt/tags/tag140.xml><?xml version="1.0" encoding="utf-8"?>
<p:tagLst xmlns:p="http://schemas.openxmlformats.org/presentationml/2006/main">
  <p:tag name="THINKCELLSHAPEDONOTDELETE" val="tKjJIn5tBJpHlelUkxQ1Qlw"/>
</p:tagLst>
</file>

<file path=ppt/tags/tag141.xml><?xml version="1.0" encoding="utf-8"?>
<p:tagLst xmlns:p="http://schemas.openxmlformats.org/presentationml/2006/main">
  <p:tag name="THINKCELLSHAPEDONOTDELETE" val="tdvaVf9Aal4kiZc7fQmUQjw"/>
</p:tagLst>
</file>

<file path=ppt/tags/tag142.xml><?xml version="1.0" encoding="utf-8"?>
<p:tagLst xmlns:p="http://schemas.openxmlformats.org/presentationml/2006/main">
  <p:tag name="THINKCELLSHAPEDONOTDELETE" val="tKBDG63BxKTOcid3BRbwBWw"/>
</p:tagLst>
</file>

<file path=ppt/tags/tag143.xml><?xml version="1.0" encoding="utf-8"?>
<p:tagLst xmlns:p="http://schemas.openxmlformats.org/presentationml/2006/main">
  <p:tag name="THINKCELLSHAPEDONOTDELETE" val="tOblSkCGfsHbQERf6PS6YIA"/>
</p:tagLst>
</file>

<file path=ppt/tags/tag144.xml><?xml version="1.0" encoding="utf-8"?>
<p:tagLst xmlns:p="http://schemas.openxmlformats.org/presentationml/2006/main">
  <p:tag name="THINKCELLSHAPEDONOTDELETE" val="te7t8JRFhVC9D5KZg753OHg"/>
</p:tagLst>
</file>

<file path=ppt/tags/tag145.xml><?xml version="1.0" encoding="utf-8"?>
<p:tagLst xmlns:p="http://schemas.openxmlformats.org/presentationml/2006/main">
  <p:tag name="THINKCELLSHAPEDONOTDELETE" val="t_o5Mnn2mIY4tBkajIe6cuw"/>
</p:tagLst>
</file>

<file path=ppt/tags/tag146.xml><?xml version="1.0" encoding="utf-8"?>
<p:tagLst xmlns:p="http://schemas.openxmlformats.org/presentationml/2006/main">
  <p:tag name="THINKCELLSHAPEDONOTDELETE" val="tc.ff2eXn_hYjnT.1__I_4A"/>
</p:tagLst>
</file>

<file path=ppt/tags/tag147.xml><?xml version="1.0" encoding="utf-8"?>
<p:tagLst xmlns:p="http://schemas.openxmlformats.org/presentationml/2006/main">
  <p:tag name="THINKCELLSHAPEDONOTDELETE" val="tim0GURG9oR.t3yIy611t7Q"/>
</p:tagLst>
</file>

<file path=ppt/tags/tag148.xml><?xml version="1.0" encoding="utf-8"?>
<p:tagLst xmlns:p="http://schemas.openxmlformats.org/presentationml/2006/main">
  <p:tag name="THINKCELLSHAPEDONOTDELETE" val="tyJNxjiarKakD6AlBs709MQ"/>
</p:tagLst>
</file>

<file path=ppt/tags/tag149.xml><?xml version="1.0" encoding="utf-8"?>
<p:tagLst xmlns:p="http://schemas.openxmlformats.org/presentationml/2006/main">
  <p:tag name="THINKCELLSHAPEDONOTDELETE" val="tSpj23wMrJHx64Nc3vM59pg"/>
</p:tagLst>
</file>

<file path=ppt/tags/tag150.xml><?xml version="1.0" encoding="utf-8"?>
<p:tagLst xmlns:p="http://schemas.openxmlformats.org/presentationml/2006/main">
  <p:tag name="THINKCELLSHAPEDONOTDELETE" val="twMnxBjLJitqp1ABHwGDeOQ"/>
</p:tagLst>
</file>

<file path=ppt/tags/tag151.xml><?xml version="1.0" encoding="utf-8"?>
<p:tagLst xmlns:p="http://schemas.openxmlformats.org/presentationml/2006/main">
  <p:tag name="THINKCELLSHAPEDONOTDELETE" val="t1O9uwyQaxZiXGwYpwqQbnw"/>
</p:tagLst>
</file>

<file path=ppt/tags/tag152.xml><?xml version="1.0" encoding="utf-8"?>
<p:tagLst xmlns:p="http://schemas.openxmlformats.org/presentationml/2006/main">
  <p:tag name="THINKCELLSHAPEDONOTDELETE" val="t5kiz8z5SooAn9KKONaM.6g"/>
</p:tagLst>
</file>

<file path=ppt/tags/tag153.xml><?xml version="1.0" encoding="utf-8"?>
<p:tagLst xmlns:p="http://schemas.openxmlformats.org/presentationml/2006/main">
  <p:tag name="THINKCELLSHAPEDONOTDELETE" val="t0rXD9vWWVlMQdFmFggG9yg"/>
</p:tagLst>
</file>

<file path=ppt/tags/tag154.xml><?xml version="1.0" encoding="utf-8"?>
<p:tagLst xmlns:p="http://schemas.openxmlformats.org/presentationml/2006/main">
  <p:tag name="THINKCELLSHAPEDONOTDELETE" val="t9tBrZrdOxS1raY3v3KjJ6w"/>
</p:tagLst>
</file>

<file path=ppt/tags/tag155.xml><?xml version="1.0" encoding="utf-8"?>
<p:tagLst xmlns:p="http://schemas.openxmlformats.org/presentationml/2006/main">
  <p:tag name="THINKCELLSHAPEDONOTDELETE" val="thC._oxaR9_dopGQksRcq7w"/>
</p:tagLst>
</file>

<file path=ppt/tags/tag156.xml><?xml version="1.0" encoding="utf-8"?>
<p:tagLst xmlns:p="http://schemas.openxmlformats.org/presentationml/2006/main">
  <p:tag name="THINKCELLSHAPEDONOTDELETE" val="tFw6fFgWx9nXb._Kjvt4s6g"/>
</p:tagLst>
</file>

<file path=ppt/tags/tag157.xml><?xml version="1.0" encoding="utf-8"?>
<p:tagLst xmlns:p="http://schemas.openxmlformats.org/presentationml/2006/main">
  <p:tag name="THINKCELLSHAPEDONOTDELETE" val="tG706O5tOGIoS2Q_jUfGcag"/>
</p:tagLst>
</file>

<file path=ppt/tags/tag158.xml><?xml version="1.0" encoding="utf-8"?>
<p:tagLst xmlns:p="http://schemas.openxmlformats.org/presentationml/2006/main">
  <p:tag name="THINKCELLSHAPEDONOTDELETE" val="tx5tsN8fP1PG4EHSijo9zsg"/>
</p:tagLst>
</file>

<file path=ppt/tags/tag159.xml><?xml version="1.0" encoding="utf-8"?>
<p:tagLst xmlns:p="http://schemas.openxmlformats.org/presentationml/2006/main">
  <p:tag name="THINKCELLSHAPEDONOTDELETE" val="thinkcellActiveDocDoNotDelete"/>
</p:tagLst>
</file>

<file path=ppt/tags/tag160.xml><?xml version="1.0" encoding="utf-8"?>
<p:tagLst xmlns:p="http://schemas.openxmlformats.org/presentationml/2006/main">
  <p:tag name="THINKCELLSHAPEDONOTDELETE" val="tK.6SNoWujyGY67uf4xULBw"/>
</p:tagLst>
</file>

<file path=ppt/tags/tag161.xml><?xml version="1.0" encoding="utf-8"?>
<p:tagLst xmlns:p="http://schemas.openxmlformats.org/presentationml/2006/main">
  <p:tag name="THINKCELLSHAPEDONOTDELETE" val="tCrCZMHjJ6bF5CpG9ZAb8zg"/>
</p:tagLst>
</file>

<file path=ppt/tags/tag162.xml><?xml version="1.0" encoding="utf-8"?>
<p:tagLst xmlns:p="http://schemas.openxmlformats.org/presentationml/2006/main">
  <p:tag name="THINKCELLSHAPEDONOTDELETE" val="teWOFJ3auVPUhZkCO8I2ysQ"/>
</p:tagLst>
</file>

<file path=ppt/tags/tag163.xml><?xml version="1.0" encoding="utf-8"?>
<p:tagLst xmlns:p="http://schemas.openxmlformats.org/presentationml/2006/main">
  <p:tag name="THINKCELLSHAPEDONOTDELETE" val="t3OTjNLNoLjk29Ow5bOKqGA"/>
</p:tagLst>
</file>

<file path=ppt/tags/tag164.xml><?xml version="1.0" encoding="utf-8"?>
<p:tagLst xmlns:p="http://schemas.openxmlformats.org/presentationml/2006/main">
  <p:tag name="THINKCELLSHAPEDONOTDELETE" val="tzejESlsEZ4CxPiNoUodXXQ"/>
</p:tagLst>
</file>

<file path=ppt/tags/tag165.xml><?xml version="1.0" encoding="utf-8"?>
<p:tagLst xmlns:p="http://schemas.openxmlformats.org/presentationml/2006/main">
  <p:tag name="THINKCELLSHAPEDONOTDELETE" val="tSNKBPf_hnm8HyCZlcL4YIw"/>
</p:tagLst>
</file>

<file path=ppt/tags/tag166.xml><?xml version="1.0" encoding="utf-8"?>
<p:tagLst xmlns:p="http://schemas.openxmlformats.org/presentationml/2006/main">
  <p:tag name="THINKCELLSHAPEDONOTDELETE" val="t.P7Kj7pio61drH51ZckYag"/>
</p:tagLst>
</file>

<file path=ppt/tags/tag167.xml><?xml version="1.0" encoding="utf-8"?>
<p:tagLst xmlns:p="http://schemas.openxmlformats.org/presentationml/2006/main">
  <p:tag name="THINKCELLSHAPEDONOTDELETE" val="tL26PLY3GoxSFmxzrTQrd0Q"/>
</p:tagLst>
</file>

<file path=ppt/tags/tag168.xml><?xml version="1.0" encoding="utf-8"?>
<p:tagLst xmlns:p="http://schemas.openxmlformats.org/presentationml/2006/main">
  <p:tag name="THINKCELLSHAPEDONOTDELETE" val="tskMytt9zzG9kvUqH_ooN9g"/>
</p:tagLst>
</file>

<file path=ppt/tags/tag169.xml><?xml version="1.0" encoding="utf-8"?>
<p:tagLst xmlns:p="http://schemas.openxmlformats.org/presentationml/2006/main">
  <p:tag name="THINKCELLSHAPEDONOTDELETE" val="twXlFWtA8ug254ibhZpa1ig"/>
</p:tagLst>
</file>

<file path=ppt/tags/tag170.xml><?xml version="1.0" encoding="utf-8"?>
<p:tagLst xmlns:p="http://schemas.openxmlformats.org/presentationml/2006/main">
  <p:tag name="THINKCELLSHAPEDONOTDELETE" val="tb0FQMSmIMD02cwyw_8WA2Q"/>
</p:tagLst>
</file>

<file path=ppt/tags/tag171.xml><?xml version="1.0" encoding="utf-8"?>
<p:tagLst xmlns:p="http://schemas.openxmlformats.org/presentationml/2006/main">
  <p:tag name="THINKCELLSHAPEDONOTDELETE" val="tK8swflK940xu1lc0fs5m9A"/>
</p:tagLst>
</file>

<file path=ppt/tags/tag172.xml><?xml version="1.0" encoding="utf-8"?>
<p:tagLst xmlns:p="http://schemas.openxmlformats.org/presentationml/2006/main">
  <p:tag name="THINKCELLSHAPEDONOTDELETE" val="tVRDB1f5SSyyPjRvfiLjWWQ"/>
</p:tagLst>
</file>

<file path=ppt/tags/tag173.xml><?xml version="1.0" encoding="utf-8"?>
<p:tagLst xmlns:p="http://schemas.openxmlformats.org/presentationml/2006/main">
  <p:tag name="THINKCELLSHAPEDONOTDELETE" val="t95Fj.OumhECZtIr1ykGaQQ"/>
</p:tagLst>
</file>

<file path=ppt/tags/tag174.xml><?xml version="1.0" encoding="utf-8"?>
<p:tagLst xmlns:p="http://schemas.openxmlformats.org/presentationml/2006/main">
  <p:tag name="THINKCELLSHAPEDONOTDELETE" val="tvFXOFNhPngUAoZpT.YY2eA"/>
</p:tagLst>
</file>

<file path=ppt/tags/tag175.xml><?xml version="1.0" encoding="utf-8"?>
<p:tagLst xmlns:p="http://schemas.openxmlformats.org/presentationml/2006/main">
  <p:tag name="THINKCELLSHAPEDONOTDELETE" val="tjEIyRVMauJoGHR3uWE6dvQ"/>
</p:tagLst>
</file>

<file path=ppt/tags/tag176.xml><?xml version="1.0" encoding="utf-8"?>
<p:tagLst xmlns:p="http://schemas.openxmlformats.org/presentationml/2006/main">
  <p:tag name="THINKCELLSHAPEDONOTDELETE" val="tSAfzRsGFAml2JBmnZo9j2A"/>
</p:tagLst>
</file>

<file path=ppt/tags/tag177.xml><?xml version="1.0" encoding="utf-8"?>
<p:tagLst xmlns:p="http://schemas.openxmlformats.org/presentationml/2006/main">
  <p:tag name="THINKCELLSHAPEDONOTDELETE" val="tmGwIoSywAc3HNwaXyqoNNA"/>
</p:tagLst>
</file>

<file path=ppt/tags/tag178.xml><?xml version="1.0" encoding="utf-8"?>
<p:tagLst xmlns:p="http://schemas.openxmlformats.org/presentationml/2006/main">
  <p:tag name="THINKCELLSHAPEDONOTDELETE" val="t_mgfZSUg.ExbUJamD4oYwg"/>
</p:tagLst>
</file>

<file path=ppt/tags/tag179.xml><?xml version="1.0" encoding="utf-8"?>
<p:tagLst xmlns:p="http://schemas.openxmlformats.org/presentationml/2006/main">
  <p:tag name="THINKCELLSHAPEDONOTDELETE" val="t9a6Lw1_.H9JlEVoj9ehuyQ"/>
</p:tagLst>
</file>

<file path=ppt/tags/tag180.xml><?xml version="1.0" encoding="utf-8"?>
<p:tagLst xmlns:p="http://schemas.openxmlformats.org/presentationml/2006/main">
  <p:tag name="THINKCELLSHAPEDONOTDELETE" val="tc0gLW6U.dDon.1JbC6_Oig"/>
</p:tagLst>
</file>

<file path=ppt/tags/tag181.xml><?xml version="1.0" encoding="utf-8"?>
<p:tagLst xmlns:p="http://schemas.openxmlformats.org/presentationml/2006/main">
  <p:tag name="THINKCELLSHAPEDONOTDELETE" val="tvrlxBUlvu3U_YzIH8.85qw"/>
</p:tagLst>
</file>

<file path=ppt/tags/tag182.xml><?xml version="1.0" encoding="utf-8"?>
<p:tagLst xmlns:p="http://schemas.openxmlformats.org/presentationml/2006/main">
  <p:tag name="THINKCELLSHAPEDONOTDELETE" val="tXyv3mZExBkcUAYxwo_JuNw"/>
</p:tagLst>
</file>

<file path=ppt/tags/tag183.xml><?xml version="1.0" encoding="utf-8"?>
<p:tagLst xmlns:p="http://schemas.openxmlformats.org/presentationml/2006/main">
  <p:tag name="THINKCELLSHAPEDONOTDELETE" val="tS48YQ4SeMCvY9ZbOy.Gf9A"/>
</p:tagLst>
</file>

<file path=ppt/tags/tag184.xml><?xml version="1.0" encoding="utf-8"?>
<p:tagLst xmlns:p="http://schemas.openxmlformats.org/presentationml/2006/main">
  <p:tag name="THINKCELLSHAPEDONOTDELETE" val="tgVR4ryrM1uhrFl6O.xU2tQ"/>
</p:tagLst>
</file>

<file path=ppt/tags/tag185.xml><?xml version="1.0" encoding="utf-8"?>
<p:tagLst xmlns:p="http://schemas.openxmlformats.org/presentationml/2006/main">
  <p:tag name="THINKCELLSHAPEDONOTDELETE" val="t6ARS6K8QoOJZsaUJnl2iAw"/>
</p:tagLst>
</file>

<file path=ppt/tags/tag186.xml><?xml version="1.0" encoding="utf-8"?>
<p:tagLst xmlns:p="http://schemas.openxmlformats.org/presentationml/2006/main">
  <p:tag name="THINKCELLSHAPEDONOTDELETE" val="tD0QFG41Y93W9_EfkehGTvA"/>
</p:tagLst>
</file>

<file path=ppt/tags/tag187.xml><?xml version="1.0" encoding="utf-8"?>
<p:tagLst xmlns:p="http://schemas.openxmlformats.org/presentationml/2006/main">
  <p:tag name="THINKCELLSHAPEDONOTDELETE" val="tPBdPMIKNgItvXM60j.VYRQ"/>
</p:tagLst>
</file>

<file path=ppt/tags/tag188.xml><?xml version="1.0" encoding="utf-8"?>
<p:tagLst xmlns:p="http://schemas.openxmlformats.org/presentationml/2006/main">
  <p:tag name="THINKCELLSHAPEDONOTDELETE" val="tw8V2SG97vSADqfSy7X9OBg"/>
</p:tagLst>
</file>

<file path=ppt/tags/tag189.xml><?xml version="1.0" encoding="utf-8"?>
<p:tagLst xmlns:p="http://schemas.openxmlformats.org/presentationml/2006/main">
  <p:tag name="THINKCELLSHAPEDONOTDELETE" val="tnMeTT_sWYnmFZ1nhbyezfQ"/>
</p:tagLst>
</file>

<file path=ppt/tags/tag190.xml><?xml version="1.0" encoding="utf-8"?>
<p:tagLst xmlns:p="http://schemas.openxmlformats.org/presentationml/2006/main">
  <p:tag name="THINKCELLSHAPEDONOTDELETE" val="tuh.hM3n.i2Ntri76i1to4g"/>
</p:tagLst>
</file>

<file path=ppt/tags/tag191.xml><?xml version="1.0" encoding="utf-8"?>
<p:tagLst xmlns:p="http://schemas.openxmlformats.org/presentationml/2006/main">
  <p:tag name="THINKCELLSHAPEDONOTDELETE" val="tw9HlAlw3p_1ZRP.Hz65Gvw"/>
</p:tagLst>
</file>

<file path=ppt/tags/tag192.xml><?xml version="1.0" encoding="utf-8"?>
<p:tagLst xmlns:p="http://schemas.openxmlformats.org/presentationml/2006/main">
  <p:tag name="THINKCELLSHAPEDONOTDELETE" val="txrodtJOEK5cRUB5Dbli.Gw"/>
</p:tagLst>
</file>

<file path=ppt/tags/tag193.xml><?xml version="1.0" encoding="utf-8"?>
<p:tagLst xmlns:p="http://schemas.openxmlformats.org/presentationml/2006/main">
  <p:tag name="THINKCELLSHAPEDONOTDELETE" val="tuQXO8aKruUUgoWvMp0tORw"/>
</p:tagLst>
</file>

<file path=ppt/tags/tag194.xml><?xml version="1.0" encoding="utf-8"?>
<p:tagLst xmlns:p="http://schemas.openxmlformats.org/presentationml/2006/main">
  <p:tag name="THINKCELLSHAPEDONOTDELETE" val="taBMzLH91ei3xmTh0.gqbBg"/>
</p:tagLst>
</file>

<file path=ppt/tags/tag195.xml><?xml version="1.0" encoding="utf-8"?>
<p:tagLst xmlns:p="http://schemas.openxmlformats.org/presentationml/2006/main">
  <p:tag name="THINKCELLSHAPEDONOTDELETE" val="tZjmf88Mh9EtMOciJXUZR3A"/>
</p:tagLst>
</file>

<file path=ppt/tags/tag196.xml><?xml version="1.0" encoding="utf-8"?>
<p:tagLst xmlns:p="http://schemas.openxmlformats.org/presentationml/2006/main">
  <p:tag name="THINKCELLSHAPEDONOTDELETE" val="ty75_coad5bN76JiiLn5i4w"/>
</p:tagLst>
</file>

<file path=ppt/tags/tag197.xml><?xml version="1.0" encoding="utf-8"?>
<p:tagLst xmlns:p="http://schemas.openxmlformats.org/presentationml/2006/main">
  <p:tag name="THINKCELLSHAPEDONOTDELETE" val="tIZusnhKBL0nf7a7NMkh92Q"/>
</p:tagLst>
</file>

<file path=ppt/tags/tag198.xml><?xml version="1.0" encoding="utf-8"?>
<p:tagLst xmlns:p="http://schemas.openxmlformats.org/presentationml/2006/main">
  <p:tag name="THINKCELLSHAPEDONOTDELETE" val="tWJhkkan0henFghO5fktiAQ"/>
</p:tagLst>
</file>

<file path=ppt/tags/tag199.xml><?xml version="1.0" encoding="utf-8"?>
<p:tagLst xmlns:p="http://schemas.openxmlformats.org/presentationml/2006/main">
  <p:tag name="THINKCELLSHAPEDONOTDELETE" val="taCKlI3b6aS.cK7vsj2orfw"/>
</p:tagLst>
</file>

<file path=ppt/tags/tag200.xml><?xml version="1.0" encoding="utf-8"?>
<p:tagLst xmlns:p="http://schemas.openxmlformats.org/presentationml/2006/main">
  <p:tag name="THINKCELLSHAPEDONOTDELETE" val="tmKKjAV9QkO7qGjsyFtQj4w"/>
</p:tagLst>
</file>

<file path=ppt/tags/tag201.xml><?xml version="1.0" encoding="utf-8"?>
<p:tagLst xmlns:p="http://schemas.openxmlformats.org/presentationml/2006/main">
  <p:tag name="THINKCELLSHAPEDONOTDELETE" val="tAS4WcnQayYLWIXdY3kxFFQ"/>
</p:tagLst>
</file>

<file path=ppt/tags/tag202.xml><?xml version="1.0" encoding="utf-8"?>
<p:tagLst xmlns:p="http://schemas.openxmlformats.org/presentationml/2006/main">
  <p:tag name="THINKCELLSHAPEDONOTDELETE" val="t.68OddPS2z2.uz1Mwfyhaw"/>
</p:tagLst>
</file>

<file path=ppt/tags/tag203.xml><?xml version="1.0" encoding="utf-8"?>
<p:tagLst xmlns:p="http://schemas.openxmlformats.org/presentationml/2006/main">
  <p:tag name="THINKCELLSHAPEDONOTDELETE" val="t4v_5PWPJ0Hdlo6__CQwaCA"/>
</p:tagLst>
</file>

<file path=ppt/tags/tag204.xml><?xml version="1.0" encoding="utf-8"?>
<p:tagLst xmlns:p="http://schemas.openxmlformats.org/presentationml/2006/main">
  <p:tag name="THINKCELLSHAPEDONOTDELETE" val="tERWxNAOuSIogt02rrpue3Q"/>
</p:tagLst>
</file>

<file path=ppt/tags/tag205.xml><?xml version="1.0" encoding="utf-8"?>
<p:tagLst xmlns:p="http://schemas.openxmlformats.org/presentationml/2006/main">
  <p:tag name="THINKCELLSHAPEDONOTDELETE" val="ts64FFhqrkehmh0043QmPgQ"/>
</p:tagLst>
</file>

<file path=ppt/tags/tag206.xml><?xml version="1.0" encoding="utf-8"?>
<p:tagLst xmlns:p="http://schemas.openxmlformats.org/presentationml/2006/main">
  <p:tag name="THINKCELLSHAPEDONOTDELETE" val="twRj.7SKf8_btufioIlCr2Q"/>
</p:tagLst>
</file>

<file path=ppt/tags/tag207.xml><?xml version="1.0" encoding="utf-8"?>
<p:tagLst xmlns:p="http://schemas.openxmlformats.org/presentationml/2006/main">
  <p:tag name="THINKCELLSHAPEDONOTDELETE" val="tDQpjf4T7DQMCXKuTbrcL1Q"/>
</p:tagLst>
</file>

<file path=ppt/tags/tag208.xml><?xml version="1.0" encoding="utf-8"?>
<p:tagLst xmlns:p="http://schemas.openxmlformats.org/presentationml/2006/main">
  <p:tag name="THINKCELLSHAPEDONOTDELETE" val="tTcsTHrLbPRhsaHt6mxGXyQ"/>
</p:tagLst>
</file>

<file path=ppt/tags/tag209.xml><?xml version="1.0" encoding="utf-8"?>
<p:tagLst xmlns:p="http://schemas.openxmlformats.org/presentationml/2006/main">
  <p:tag name="THINKCELLSHAPEDONOTDELETE" val="tC3FBbx2S2xOKwKSiS58uxw"/>
</p:tagLst>
</file>

<file path=ppt/tags/tag210.xml><?xml version="1.0" encoding="utf-8"?>
<p:tagLst xmlns:p="http://schemas.openxmlformats.org/presentationml/2006/main">
  <p:tag name="THINKCELLSHAPEDONOTDELETE" val="tblLDK8BY1rOW2yjUdvfgzw"/>
</p:tagLst>
</file>

<file path=ppt/tags/tag211.xml><?xml version="1.0" encoding="utf-8"?>
<p:tagLst xmlns:p="http://schemas.openxmlformats.org/presentationml/2006/main">
  <p:tag name="THINKCELLSHAPEDONOTDELETE" val="tkUG8Hvsv5SkTxDJZuYbgeQ"/>
</p:tagLst>
</file>

<file path=ppt/tags/tag212.xml><?xml version="1.0" encoding="utf-8"?>
<p:tagLst xmlns:p="http://schemas.openxmlformats.org/presentationml/2006/main">
  <p:tag name="THINKCELLSHAPEDONOTDELETE" val="tCThn93I6gBMiq4G3FTxoGA"/>
</p:tagLst>
</file>

<file path=ppt/tags/tag213.xml><?xml version="1.0" encoding="utf-8"?>
<p:tagLst xmlns:p="http://schemas.openxmlformats.org/presentationml/2006/main">
  <p:tag name="THINKCELLSHAPEDONOTDELETE" val="tTzMkG2Ybu9O.uAKHDzaEOw"/>
</p:tagLst>
</file>

<file path=ppt/tags/tag214.xml><?xml version="1.0" encoding="utf-8"?>
<p:tagLst xmlns:p="http://schemas.openxmlformats.org/presentationml/2006/main">
  <p:tag name="THINKCELLSHAPEDONOTDELETE" val="tsIzF1GjXEfvTeyaVIAXHvQ"/>
</p:tagLst>
</file>

<file path=ppt/tags/tag215.xml><?xml version="1.0" encoding="utf-8"?>
<p:tagLst xmlns:p="http://schemas.openxmlformats.org/presentationml/2006/main">
  <p:tag name="THINKCELLSHAPEDONOTDELETE" val="tbICpoR_61cy904u.1lzSaQ"/>
</p:tagLst>
</file>

<file path=ppt/tags/tag216.xml><?xml version="1.0" encoding="utf-8"?>
<p:tagLst xmlns:p="http://schemas.openxmlformats.org/presentationml/2006/main">
  <p:tag name="THINKCELLSHAPEDONOTDELETE" val="thinkcellActiveDocDoNotDelete"/>
</p:tagLst>
</file>

<file path=ppt/tags/tag217.xml><?xml version="1.0" encoding="utf-8"?>
<p:tagLst xmlns:p="http://schemas.openxmlformats.org/presentationml/2006/main">
  <p:tag name="THINKCELLSHAPEDONOTDELETE" val="tK.6SNoWujyGY67uf4xULBw"/>
</p:tagLst>
</file>

<file path=ppt/tags/tag218.xml><?xml version="1.0" encoding="utf-8"?>
<p:tagLst xmlns:p="http://schemas.openxmlformats.org/presentationml/2006/main">
  <p:tag name="THINKCELLSHAPEDONOTDELETE" val="tCrCZMHjJ6bF5CpG9ZAb8zg"/>
</p:tagLst>
</file>

<file path=ppt/tags/tag219.xml><?xml version="1.0" encoding="utf-8"?>
<p:tagLst xmlns:p="http://schemas.openxmlformats.org/presentationml/2006/main">
  <p:tag name="THINKCELLSHAPEDONOTDELETE" val="teWOFJ3auVPUhZkCO8I2ysQ"/>
</p:tagLst>
</file>

<file path=ppt/tags/tag220.xml><?xml version="1.0" encoding="utf-8"?>
<p:tagLst xmlns:p="http://schemas.openxmlformats.org/presentationml/2006/main">
  <p:tag name="THINKCELLSHAPEDONOTDELETE" val="t3OTjNLNoLjk29Ow5bOKqGA"/>
</p:tagLst>
</file>

<file path=ppt/tags/tag221.xml><?xml version="1.0" encoding="utf-8"?>
<p:tagLst xmlns:p="http://schemas.openxmlformats.org/presentationml/2006/main">
  <p:tag name="THINKCELLSHAPEDONOTDELETE" val="tzejESlsEZ4CxPiNoUodXXQ"/>
</p:tagLst>
</file>

<file path=ppt/tags/tag222.xml><?xml version="1.0" encoding="utf-8"?>
<p:tagLst xmlns:p="http://schemas.openxmlformats.org/presentationml/2006/main">
  <p:tag name="THINKCELLSHAPEDONOTDELETE" val="tSNKBPf_hnm8HyCZlcL4YIw"/>
</p:tagLst>
</file>

<file path=ppt/tags/tag223.xml><?xml version="1.0" encoding="utf-8"?>
<p:tagLst xmlns:p="http://schemas.openxmlformats.org/presentationml/2006/main">
  <p:tag name="THINKCELLSHAPEDONOTDELETE" val="t.P7Kj7pio61drH51ZckYag"/>
</p:tagLst>
</file>

<file path=ppt/tags/tag224.xml><?xml version="1.0" encoding="utf-8"?>
<p:tagLst xmlns:p="http://schemas.openxmlformats.org/presentationml/2006/main">
  <p:tag name="THINKCELLSHAPEDONOTDELETE" val="tL26PLY3GoxSFmxzrTQrd0Q"/>
</p:tagLst>
</file>

<file path=ppt/tags/tag225.xml><?xml version="1.0" encoding="utf-8"?>
<p:tagLst xmlns:p="http://schemas.openxmlformats.org/presentationml/2006/main">
  <p:tag name="THINKCELLSHAPEDONOTDELETE" val="tskMytt9zzG9kvUqH_ooN9g"/>
</p:tagLst>
</file>

<file path=ppt/tags/tag226.xml><?xml version="1.0" encoding="utf-8"?>
<p:tagLst xmlns:p="http://schemas.openxmlformats.org/presentationml/2006/main">
  <p:tag name="THINKCELLSHAPEDONOTDELETE" val="twXlFWtA8ug254ibhZpa1ig"/>
</p:tagLst>
</file>

<file path=ppt/tags/tag227.xml><?xml version="1.0" encoding="utf-8"?>
<p:tagLst xmlns:p="http://schemas.openxmlformats.org/presentationml/2006/main">
  <p:tag name="THINKCELLSHAPEDONOTDELETE" val="tb0FQMSmIMD02cwyw_8WA2Q"/>
</p:tagLst>
</file>

<file path=ppt/tags/tag228.xml><?xml version="1.0" encoding="utf-8"?>
<p:tagLst xmlns:p="http://schemas.openxmlformats.org/presentationml/2006/main">
  <p:tag name="THINKCELLSHAPEDONOTDELETE" val="tK8swflK940xu1lc0fs5m9A"/>
</p:tagLst>
</file>

<file path=ppt/tags/tag229.xml><?xml version="1.0" encoding="utf-8"?>
<p:tagLst xmlns:p="http://schemas.openxmlformats.org/presentationml/2006/main">
  <p:tag name="THINKCELLSHAPEDONOTDELETE" val="tVRDB1f5SSyyPjRvfiLjWWQ"/>
</p:tagLst>
</file>

<file path=ppt/tags/tag230.xml><?xml version="1.0" encoding="utf-8"?>
<p:tagLst xmlns:p="http://schemas.openxmlformats.org/presentationml/2006/main">
  <p:tag name="THINKCELLSHAPEDONOTDELETE" val="tSAfzRsGFAml2JBmnZo9j2A"/>
</p:tagLst>
</file>

<file path=ppt/tags/tag231.xml><?xml version="1.0" encoding="utf-8"?>
<p:tagLst xmlns:p="http://schemas.openxmlformats.org/presentationml/2006/main">
  <p:tag name="THINKCELLSHAPEDONOTDELETE" val="tmGwIoSywAc3HNwaXyqoNNA"/>
</p:tagLst>
</file>

<file path=ppt/tags/tag232.xml><?xml version="1.0" encoding="utf-8"?>
<p:tagLst xmlns:p="http://schemas.openxmlformats.org/presentationml/2006/main">
  <p:tag name="THINKCELLSHAPEDONOTDELETE" val="t_mgfZSUg.ExbUJamD4oYwg"/>
</p:tagLst>
</file>

<file path=ppt/tags/tag233.xml><?xml version="1.0" encoding="utf-8"?>
<p:tagLst xmlns:p="http://schemas.openxmlformats.org/presentationml/2006/main">
  <p:tag name="THINKCELLSHAPEDONOTDELETE" val="t9a6Lw1_.H9JlEVoj9ehuyQ"/>
</p:tagLst>
</file>

<file path=ppt/tags/tag234.xml><?xml version="1.0" encoding="utf-8"?>
<p:tagLst xmlns:p="http://schemas.openxmlformats.org/presentationml/2006/main">
  <p:tag name="THINKCELLSHAPEDONOTDELETE" val="tvrlxBUlvu3U_YzIH8.85qw"/>
</p:tagLst>
</file>

<file path=ppt/tags/tag235.xml><?xml version="1.0" encoding="utf-8"?>
<p:tagLst xmlns:p="http://schemas.openxmlformats.org/presentationml/2006/main">
  <p:tag name="THINKCELLSHAPEDONOTDELETE" val="tXyv3mZExBkcUAYxwo_JuNw"/>
</p:tagLst>
</file>

<file path=ppt/tags/tag236.xml><?xml version="1.0" encoding="utf-8"?>
<p:tagLst xmlns:p="http://schemas.openxmlformats.org/presentationml/2006/main">
  <p:tag name="THINKCELLSHAPEDONOTDELETE" val="tS48YQ4SeMCvY9ZbOy.Gf9A"/>
</p:tagLst>
</file>

<file path=ppt/tags/tag237.xml><?xml version="1.0" encoding="utf-8"?>
<p:tagLst xmlns:p="http://schemas.openxmlformats.org/presentationml/2006/main">
  <p:tag name="THINKCELLSHAPEDONOTDELETE" val="tgVR4ryrM1uhrFl6O.xU2tQ"/>
</p:tagLst>
</file>

<file path=ppt/tags/tag238.xml><?xml version="1.0" encoding="utf-8"?>
<p:tagLst xmlns:p="http://schemas.openxmlformats.org/presentationml/2006/main">
  <p:tag name="THINKCELLSHAPEDONOTDELETE" val="tD0QFG41Y93W9_EfkehGTvA"/>
</p:tagLst>
</file>

<file path=ppt/tags/tag239.xml><?xml version="1.0" encoding="utf-8"?>
<p:tagLst xmlns:p="http://schemas.openxmlformats.org/presentationml/2006/main">
  <p:tag name="THINKCELLSHAPEDONOTDELETE" val="tPBdPMIKNgItvXM60j.VYRQ"/>
</p:tagLst>
</file>

<file path=ppt/tags/tag240.xml><?xml version="1.0" encoding="utf-8"?>
<p:tagLst xmlns:p="http://schemas.openxmlformats.org/presentationml/2006/main">
  <p:tag name="THINKCELLSHAPEDONOTDELETE" val="tw8V2SG97vSADqfSy7X9OBg"/>
</p:tagLst>
</file>

<file path=ppt/tags/tag241.xml><?xml version="1.0" encoding="utf-8"?>
<p:tagLst xmlns:p="http://schemas.openxmlformats.org/presentationml/2006/main">
  <p:tag name="THINKCELLSHAPEDONOTDELETE" val="tnMeTT_sWYnmFZ1nhbyezfQ"/>
</p:tagLst>
</file>

<file path=ppt/tags/tag242.xml><?xml version="1.0" encoding="utf-8"?>
<p:tagLst xmlns:p="http://schemas.openxmlformats.org/presentationml/2006/main">
  <p:tag name="THINKCELLSHAPEDONOTDELETE" val="tuh.hM3n.i2Ntri76i1to4g"/>
</p:tagLst>
</file>

<file path=ppt/tags/tag243.xml><?xml version="1.0" encoding="utf-8"?>
<p:tagLst xmlns:p="http://schemas.openxmlformats.org/presentationml/2006/main">
  <p:tag name="THINKCELLSHAPEDONOTDELETE" val="tw9HlAlw3p_1ZRP.Hz65Gvw"/>
</p:tagLst>
</file>

<file path=ppt/tags/tag244.xml><?xml version="1.0" encoding="utf-8"?>
<p:tagLst xmlns:p="http://schemas.openxmlformats.org/presentationml/2006/main">
  <p:tag name="THINKCELLSHAPEDONOTDELETE" val="txrodtJOEK5cRUB5Dbli.Gw"/>
</p:tagLst>
</file>

<file path=ppt/tags/tag245.xml><?xml version="1.0" encoding="utf-8"?>
<p:tagLst xmlns:p="http://schemas.openxmlformats.org/presentationml/2006/main">
  <p:tag name="THINKCELLSHAPEDONOTDELETE" val="tuQXO8aKruUUgoWvMp0tORw"/>
</p:tagLst>
</file>

<file path=ppt/tags/tag246.xml><?xml version="1.0" encoding="utf-8"?>
<p:tagLst xmlns:p="http://schemas.openxmlformats.org/presentationml/2006/main">
  <p:tag name="THINKCELLSHAPEDONOTDELETE" val="taBMzLH91ei3xmTh0.gqbBg"/>
</p:tagLst>
</file>

<file path=ppt/tags/tag247.xml><?xml version="1.0" encoding="utf-8"?>
<p:tagLst xmlns:p="http://schemas.openxmlformats.org/presentationml/2006/main">
  <p:tag name="THINKCELLSHAPEDONOTDELETE" val="tZjmf88Mh9EtMOciJXUZR3A"/>
</p:tagLst>
</file>

<file path=ppt/tags/tag248.xml><?xml version="1.0" encoding="utf-8"?>
<p:tagLst xmlns:p="http://schemas.openxmlformats.org/presentationml/2006/main">
  <p:tag name="THINKCELLSHAPEDONOTDELETE" val="ty75_coad5bN76JiiLn5i4w"/>
</p:tagLst>
</file>

<file path=ppt/tags/tag249.xml><?xml version="1.0" encoding="utf-8"?>
<p:tagLst xmlns:p="http://schemas.openxmlformats.org/presentationml/2006/main">
  <p:tag name="THINKCELLSHAPEDONOTDELETE" val="tIZusnhKBL0nf7a7NMkh92Q"/>
</p:tagLst>
</file>

<file path=ppt/tags/tag250.xml><?xml version="1.0" encoding="utf-8"?>
<p:tagLst xmlns:p="http://schemas.openxmlformats.org/presentationml/2006/main">
  <p:tag name="THINKCELLSHAPEDONOTDELETE" val="tWJhkkan0henFghO5fktiAQ"/>
</p:tagLst>
</file>

<file path=ppt/tags/tag251.xml><?xml version="1.0" encoding="utf-8"?>
<p:tagLst xmlns:p="http://schemas.openxmlformats.org/presentationml/2006/main">
  <p:tag name="THINKCELLSHAPEDONOTDELETE" val="taCKlI3b6aS.cK7vsj2orfw"/>
</p:tagLst>
</file>

<file path=ppt/tags/tag252.xml><?xml version="1.0" encoding="utf-8"?>
<p:tagLst xmlns:p="http://schemas.openxmlformats.org/presentationml/2006/main">
  <p:tag name="THINKCELLSHAPEDONOTDELETE" val="tmKKjAV9QkO7qGjsyFtQj4w"/>
</p:tagLst>
</file>

<file path=ppt/tags/tag253.xml><?xml version="1.0" encoding="utf-8"?>
<p:tagLst xmlns:p="http://schemas.openxmlformats.org/presentationml/2006/main">
  <p:tag name="THINKCELLSHAPEDONOTDELETE" val="tAS4WcnQayYLWIXdY3kxFFQ"/>
</p:tagLst>
</file>

<file path=ppt/tags/tag254.xml><?xml version="1.0" encoding="utf-8"?>
<p:tagLst xmlns:p="http://schemas.openxmlformats.org/presentationml/2006/main">
  <p:tag name="THINKCELLSHAPEDONOTDELETE" val="t.68OddPS2z2.uz1Mwfyhaw"/>
</p:tagLst>
</file>

<file path=ppt/tags/tag255.xml><?xml version="1.0" encoding="utf-8"?>
<p:tagLst xmlns:p="http://schemas.openxmlformats.org/presentationml/2006/main">
  <p:tag name="THINKCELLSHAPEDONOTDELETE" val="twRj.7SKf8_btufioIlCr2Q"/>
</p:tagLst>
</file>

<file path=ppt/tags/tag256.xml><?xml version="1.0" encoding="utf-8"?>
<p:tagLst xmlns:p="http://schemas.openxmlformats.org/presentationml/2006/main">
  <p:tag name="THINKCELLSHAPEDONOTDELETE" val="tDQpjf4T7DQMCXKuTbrcL1Q"/>
</p:tagLst>
</file>

<file path=ppt/tags/tag257.xml><?xml version="1.0" encoding="utf-8"?>
<p:tagLst xmlns:p="http://schemas.openxmlformats.org/presentationml/2006/main">
  <p:tag name="THINKCELLSHAPEDONOTDELETE" val="tTcsTHrLbPRhsaHt6mxGXyQ"/>
</p:tagLst>
</file>

<file path=ppt/tags/tag258.xml><?xml version="1.0" encoding="utf-8"?>
<p:tagLst xmlns:p="http://schemas.openxmlformats.org/presentationml/2006/main">
  <p:tag name="THINKCELLSHAPEDONOTDELETE" val="tC3FBbx2S2xOKwKSiS58uxw"/>
</p:tagLst>
</file>

<file path=ppt/tags/tag259.xml><?xml version="1.0" encoding="utf-8"?>
<p:tagLst xmlns:p="http://schemas.openxmlformats.org/presentationml/2006/main">
  <p:tag name="THINKCELLSHAPEDONOTDELETE" val="tkUG8Hvsv5SkTxDJZuYbgeQ"/>
</p:tagLst>
</file>

<file path=ppt/tags/tag260.xml><?xml version="1.0" encoding="utf-8"?>
<p:tagLst xmlns:p="http://schemas.openxmlformats.org/presentationml/2006/main">
  <p:tag name="THINKCELLSHAPEDONOTDELETE" val="tCThn93I6gBMiq4G3FTxoGA"/>
</p:tagLst>
</file>

<file path=ppt/tags/tag261.xml><?xml version="1.0" encoding="utf-8"?>
<p:tagLst xmlns:p="http://schemas.openxmlformats.org/presentationml/2006/main">
  <p:tag name="THINKCELLSHAPEDONOTDELETE" val="tTzMkG2Ybu9O.uAKHDzaEOw"/>
</p:tagLst>
</file>

<file path=ppt/tags/tag262.xml><?xml version="1.0" encoding="utf-8"?>
<p:tagLst xmlns:p="http://schemas.openxmlformats.org/presentationml/2006/main">
  <p:tag name="THINKCELLSHAPEDONOTDELETE" val="tsIzF1GjXEfvTeyaVIAXHvQ"/>
</p:tagLst>
</file>

<file path=ppt/tags/tag263.xml><?xml version="1.0" encoding="utf-8"?>
<p:tagLst xmlns:p="http://schemas.openxmlformats.org/presentationml/2006/main">
  <p:tag name="THINKCELLSHAPEDONOTDELETE" val="thinkcellActiveDocDoNotDelete"/>
</p:tagLst>
</file>

<file path=ppt/tags/tag264.xml><?xml version="1.0" encoding="utf-8"?>
<p:tagLst xmlns:p="http://schemas.openxmlformats.org/presentationml/2006/main">
  <p:tag name="THINKCELLSHAPEDONOTDELETE" val="tK.6SNoWujyGY67uf4xULBw"/>
</p:tagLst>
</file>

<file path=ppt/tags/tag265.xml><?xml version="1.0" encoding="utf-8"?>
<p:tagLst xmlns:p="http://schemas.openxmlformats.org/presentationml/2006/main">
  <p:tag name="THINKCELLSHAPEDONOTDELETE" val="tCrCZMHjJ6bF5CpG9ZAb8zg"/>
</p:tagLst>
</file>

<file path=ppt/tags/tag266.xml><?xml version="1.0" encoding="utf-8"?>
<p:tagLst xmlns:p="http://schemas.openxmlformats.org/presentationml/2006/main">
  <p:tag name="THINKCELLSHAPEDONOTDELETE" val="teWOFJ3auVPUhZkCO8I2ysQ"/>
</p:tagLst>
</file>

<file path=ppt/tags/tag267.xml><?xml version="1.0" encoding="utf-8"?>
<p:tagLst xmlns:p="http://schemas.openxmlformats.org/presentationml/2006/main">
  <p:tag name="THINKCELLSHAPEDONOTDELETE" val="t3OTjNLNoLjk29Ow5bOKqGA"/>
</p:tagLst>
</file>

<file path=ppt/tags/tag268.xml><?xml version="1.0" encoding="utf-8"?>
<p:tagLst xmlns:p="http://schemas.openxmlformats.org/presentationml/2006/main">
  <p:tag name="THINKCELLSHAPEDONOTDELETE" val="tzejESlsEZ4CxPiNoUodXXQ"/>
</p:tagLst>
</file>

<file path=ppt/tags/tag269.xml><?xml version="1.0" encoding="utf-8"?>
<p:tagLst xmlns:p="http://schemas.openxmlformats.org/presentationml/2006/main">
  <p:tag name="THINKCELLSHAPEDONOTDELETE" val="tSNKBPf_hnm8HyCZlcL4YIw"/>
</p:tagLst>
</file>

<file path=ppt/tags/tag270.xml><?xml version="1.0" encoding="utf-8"?>
<p:tagLst xmlns:p="http://schemas.openxmlformats.org/presentationml/2006/main">
  <p:tag name="THINKCELLSHAPEDONOTDELETE" val="t.P7Kj7pio61drH51ZckYag"/>
</p:tagLst>
</file>

<file path=ppt/tags/tag271.xml><?xml version="1.0" encoding="utf-8"?>
<p:tagLst xmlns:p="http://schemas.openxmlformats.org/presentationml/2006/main">
  <p:tag name="THINKCELLSHAPEDONOTDELETE" val="tL26PLY3GoxSFmxzrTQrd0Q"/>
</p:tagLst>
</file>

<file path=ppt/tags/tag272.xml><?xml version="1.0" encoding="utf-8"?>
<p:tagLst xmlns:p="http://schemas.openxmlformats.org/presentationml/2006/main">
  <p:tag name="THINKCELLSHAPEDONOTDELETE" val="tskMytt9zzG9kvUqH_ooN9g"/>
</p:tagLst>
</file>

<file path=ppt/tags/tag273.xml><?xml version="1.0" encoding="utf-8"?>
<p:tagLst xmlns:p="http://schemas.openxmlformats.org/presentationml/2006/main">
  <p:tag name="THINKCELLSHAPEDONOTDELETE" val="twXlFWtA8ug254ibhZpa1ig"/>
</p:tagLst>
</file>

<file path=ppt/tags/tag274.xml><?xml version="1.0" encoding="utf-8"?>
<p:tagLst xmlns:p="http://schemas.openxmlformats.org/presentationml/2006/main">
  <p:tag name="THINKCELLSHAPEDONOTDELETE" val="tSAfzRsGFAml2JBmnZo9j2A"/>
</p:tagLst>
</file>

<file path=ppt/tags/tag275.xml><?xml version="1.0" encoding="utf-8"?>
<p:tagLst xmlns:p="http://schemas.openxmlformats.org/presentationml/2006/main">
  <p:tag name="THINKCELLSHAPEDONOTDELETE" val="tmGwIoSywAc3HNwaXyqoNNA"/>
</p:tagLst>
</file>

<file path=ppt/tags/tag276.xml><?xml version="1.0" encoding="utf-8"?>
<p:tagLst xmlns:p="http://schemas.openxmlformats.org/presentationml/2006/main">
  <p:tag name="THINKCELLSHAPEDONOTDELETE" val="t_mgfZSUg.ExbUJamD4oYwg"/>
</p:tagLst>
</file>

<file path=ppt/tags/tag277.xml><?xml version="1.0" encoding="utf-8"?>
<p:tagLst xmlns:p="http://schemas.openxmlformats.org/presentationml/2006/main">
  <p:tag name="THINKCELLSHAPEDONOTDELETE" val="tvrlxBUlvu3U_YzIH8.85qw"/>
</p:tagLst>
</file>

<file path=ppt/tags/tag278.xml><?xml version="1.0" encoding="utf-8"?>
<p:tagLst xmlns:p="http://schemas.openxmlformats.org/presentationml/2006/main">
  <p:tag name="THINKCELLSHAPEDONOTDELETE" val="tXyv3mZExBkcUAYxwo_JuNw"/>
</p:tagLst>
</file>

<file path=ppt/tags/tag279.xml><?xml version="1.0" encoding="utf-8"?>
<p:tagLst xmlns:p="http://schemas.openxmlformats.org/presentationml/2006/main">
  <p:tag name="THINKCELLSHAPEDONOTDELETE" val="tS48YQ4SeMCvY9ZbOy.Gf9A"/>
</p:tagLst>
</file>

<file path=ppt/tags/tag280.xml><?xml version="1.0" encoding="utf-8"?>
<p:tagLst xmlns:p="http://schemas.openxmlformats.org/presentationml/2006/main">
  <p:tag name="THINKCELLSHAPEDONOTDELETE" val="tD0QFG41Y93W9_EfkehGTvA"/>
</p:tagLst>
</file>

<file path=ppt/tags/tag281.xml><?xml version="1.0" encoding="utf-8"?>
<p:tagLst xmlns:p="http://schemas.openxmlformats.org/presentationml/2006/main">
  <p:tag name="THINKCELLSHAPEDONOTDELETE" val="tPBdPMIKNgItvXM60j.VYRQ"/>
</p:tagLst>
</file>

<file path=ppt/tags/tag282.xml><?xml version="1.0" encoding="utf-8"?>
<p:tagLst xmlns:p="http://schemas.openxmlformats.org/presentationml/2006/main">
  <p:tag name="THINKCELLSHAPEDONOTDELETE" val="tw8V2SG97vSADqfSy7X9OBg"/>
</p:tagLst>
</file>

<file path=ppt/tags/tag283.xml><?xml version="1.0" encoding="utf-8"?>
<p:tagLst xmlns:p="http://schemas.openxmlformats.org/presentationml/2006/main">
  <p:tag name="THINKCELLSHAPEDONOTDELETE" val="tnMeTT_sWYnmFZ1nhbyezfQ"/>
</p:tagLst>
</file>

<file path=ppt/tags/tag284.xml><?xml version="1.0" encoding="utf-8"?>
<p:tagLst xmlns:p="http://schemas.openxmlformats.org/presentationml/2006/main">
  <p:tag name="THINKCELLSHAPEDONOTDELETE" val="tuh.hM3n.i2Ntri76i1to4g"/>
</p:tagLst>
</file>

<file path=ppt/tags/tag285.xml><?xml version="1.0" encoding="utf-8"?>
<p:tagLst xmlns:p="http://schemas.openxmlformats.org/presentationml/2006/main">
  <p:tag name="THINKCELLSHAPEDONOTDELETE" val="tw9HlAlw3p_1ZRP.Hz65Gvw"/>
</p:tagLst>
</file>

<file path=ppt/tags/tag286.xml><?xml version="1.0" encoding="utf-8"?>
<p:tagLst xmlns:p="http://schemas.openxmlformats.org/presentationml/2006/main">
  <p:tag name="THINKCELLSHAPEDONOTDELETE" val="txrodtJOEK5cRUB5Dbli.Gw"/>
</p:tagLst>
</file>

<file path=ppt/tags/tag287.xml><?xml version="1.0" encoding="utf-8"?>
<p:tagLst xmlns:p="http://schemas.openxmlformats.org/presentationml/2006/main">
  <p:tag name="THINKCELLSHAPEDONOTDELETE" val="tuQXO8aKruUUgoWvMp0tORw"/>
</p:tagLst>
</file>

<file path=ppt/tags/tag288.xml><?xml version="1.0" encoding="utf-8"?>
<p:tagLst xmlns:p="http://schemas.openxmlformats.org/presentationml/2006/main">
  <p:tag name="THINKCELLSHAPEDONOTDELETE" val="taBMzLH91ei3xmTh0.gqbBg"/>
</p:tagLst>
</file>

<file path=ppt/tags/tag289.xml><?xml version="1.0" encoding="utf-8"?>
<p:tagLst xmlns:p="http://schemas.openxmlformats.org/presentationml/2006/main">
  <p:tag name="THINKCELLSHAPEDONOTDELETE" val="tZjmf88Mh9EtMOciJXUZR3A"/>
</p:tagLst>
</file>

<file path=ppt/tags/tag290.xml><?xml version="1.0" encoding="utf-8"?>
<p:tagLst xmlns:p="http://schemas.openxmlformats.org/presentationml/2006/main">
  <p:tag name="THINKCELLSHAPEDONOTDELETE" val="ty75_coad5bN76JiiLn5i4w"/>
</p:tagLst>
</file>

<file path=ppt/tags/tag291.xml><?xml version="1.0" encoding="utf-8"?>
<p:tagLst xmlns:p="http://schemas.openxmlformats.org/presentationml/2006/main">
  <p:tag name="THINKCELLSHAPEDONOTDELETE" val="tIZusnhKBL0nf7a7NMkh92Q"/>
</p:tagLst>
</file>

<file path=ppt/tags/tag292.xml><?xml version="1.0" encoding="utf-8"?>
<p:tagLst xmlns:p="http://schemas.openxmlformats.org/presentationml/2006/main">
  <p:tag name="THINKCELLSHAPEDONOTDELETE" val="tWJhkkan0henFghO5fktiAQ"/>
</p:tagLst>
</file>

<file path=ppt/tags/tag293.xml><?xml version="1.0" encoding="utf-8"?>
<p:tagLst xmlns:p="http://schemas.openxmlformats.org/presentationml/2006/main">
  <p:tag name="THINKCELLSHAPEDONOTDELETE" val="taCKlI3b6aS.cK7vsj2orfw"/>
</p:tagLst>
</file>

<file path=ppt/tags/tag294.xml><?xml version="1.0" encoding="utf-8"?>
<p:tagLst xmlns:p="http://schemas.openxmlformats.org/presentationml/2006/main">
  <p:tag name="THINKCELLSHAPEDONOTDELETE" val="twRj.7SKf8_btufioIlCr2Q"/>
</p:tagLst>
</file>

<file path=ppt/tags/tag295.xml><?xml version="1.0" encoding="utf-8"?>
<p:tagLst xmlns:p="http://schemas.openxmlformats.org/presentationml/2006/main">
  <p:tag name="THINKCELLSHAPEDONOTDELETE" val="tDQpjf4T7DQMCXKuTbrcL1Q"/>
</p:tagLst>
</file>

<file path=ppt/tags/tag296.xml><?xml version="1.0" encoding="utf-8"?>
<p:tagLst xmlns:p="http://schemas.openxmlformats.org/presentationml/2006/main">
  <p:tag name="THINKCELLSHAPEDONOTDELETE" val="tTcsTHrLbPRhsaHt6mxGXyQ"/>
</p:tagLst>
</file>

<file path=ppt/tags/tag297.xml><?xml version="1.0" encoding="utf-8"?>
<p:tagLst xmlns:p="http://schemas.openxmlformats.org/presentationml/2006/main">
  <p:tag name="THINKCELLSHAPEDONOTDELETE" val="tkUG8Hvsv5SkTxDJZuYbgeQ"/>
</p:tagLst>
</file>

<file path=ppt/tags/tag298.xml><?xml version="1.0" encoding="utf-8"?>
<p:tagLst xmlns:p="http://schemas.openxmlformats.org/presentationml/2006/main">
  <p:tag name="THINKCELLSHAPEDONOTDELETE" val="tCThn93I6gBMiq4G3FTxoGA"/>
</p:tagLst>
</file>

<file path=ppt/tags/tag299.xml><?xml version="1.0" encoding="utf-8"?>
<p:tagLst xmlns:p="http://schemas.openxmlformats.org/presentationml/2006/main">
  <p:tag name="THINKCELLSHAPEDONOTDELETE" val="tTzMkG2Ybu9O.uAKHDzaEOw"/>
</p:tagLst>
</file>

<file path=ppt/theme/theme1.xml><?xml version="1.0" encoding="utf-8"?>
<a:theme xmlns:a="http://schemas.openxmlformats.org/drawingml/2006/main" name="1_公司模板主题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2766</Words>
  <Application>WPS 演示</Application>
  <PresentationFormat>宽屏</PresentationFormat>
  <Paragraphs>1030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Arial</vt:lpstr>
      <vt:lpstr>宋体</vt:lpstr>
      <vt:lpstr>Wingdings</vt:lpstr>
      <vt:lpstr>黑体</vt:lpstr>
      <vt:lpstr>等线</vt:lpstr>
      <vt:lpstr>微软雅黑</vt:lpstr>
      <vt:lpstr>华文楷体</vt:lpstr>
      <vt:lpstr>Arial</vt:lpstr>
      <vt:lpstr>Arial Unicode MS</vt:lpstr>
      <vt:lpstr>Calibri</vt:lpstr>
      <vt:lpstr>1_公司模板主题2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2.1 车型类别：高油价与高基数影响下，各类别市场同比降幅进一步扩大</vt:lpstr>
      <vt:lpstr>2.2 车型级别：新车带动A0级市场持续改善，新老产品迭代下C+级市场同比转负</vt:lpstr>
      <vt:lpstr>2.3 轿车级别：传统车市场疲软叠加秦PLUS销量下滑，A级市场同比降幅最大</vt:lpstr>
      <vt:lpstr>2.3 SUV级别：A/B级市场同比延续两位数下滑，传统和PHEV市场表现不佳是主因</vt:lpstr>
      <vt:lpstr>2.3 MPV级别：别克GL8与腾势D9同比销量腰斩，拖累B级市场表现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程鹏</cp:lastModifiedBy>
  <cp:revision>3</cp:revision>
  <dcterms:created xsi:type="dcterms:W3CDTF">2022-10-17T17:17:00Z</dcterms:created>
  <dcterms:modified xsi:type="dcterms:W3CDTF">2026-07-17T10:04:19Z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66a06f0877ec43658631e57843a2e822_23</vt:lpwstr>
  </property>
  <property fmtid="{D5CDD505-2E9C-101B-9397-08002B2CF9AE}" pid="3" name="KSOProductBuildVer">
    <vt:lpwstr>2052-12.1.0.26884</vt:lpwstr>
  </property>
</Properties>
</file>