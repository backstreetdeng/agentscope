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75" r:id="rId3"/>
    <p:sldId id="276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108" userDrawn="1">
          <p15:clr>
            <a:srgbClr val="A4A3A4"/>
          </p15:clr>
        </p15:guide>
        <p15:guide id="2" pos="492" userDrawn="1">
          <p15:clr>
            <a:srgbClr val="A4A3A4"/>
          </p15:clr>
        </p15:guide>
        <p15:guide id="3" pos="7294" userDrawn="1">
          <p15:clr>
            <a:srgbClr val="A4A3A4"/>
          </p15:clr>
        </p15:guide>
        <p15:guide id="4" orient="horz" pos="4289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orient="horz" pos="1192" userDrawn="1">
          <p15:clr>
            <a:srgbClr val="A4A3A4"/>
          </p15:clr>
        </p15:guide>
        <p15:guide id="7" pos="2389" userDrawn="1">
          <p15:clr>
            <a:srgbClr val="A4A3A4"/>
          </p15:clr>
        </p15:guide>
        <p15:guide id="8" pos="7389" userDrawn="1">
          <p15:clr>
            <a:srgbClr val="A4A3A4"/>
          </p15:clr>
        </p15:guide>
        <p15:guide id="9" orient="horz" pos="8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董 自然" initials="董" lastIdx="3" clrIdx="0"/>
  <p:cmAuthor id="2" name="刘 晓亚" initials="刘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1C4E64"/>
    <a:srgbClr val="FFFFFF"/>
    <a:srgbClr val="ECF1F9"/>
    <a:srgbClr val="4472C4"/>
    <a:srgbClr val="8EAADB"/>
    <a:srgbClr val="F6F6F6"/>
    <a:srgbClr val="A6A6A6"/>
    <a:srgbClr val="DAE3F3"/>
    <a:srgbClr val="1F5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3" autoAdjust="0"/>
    <p:restoredTop sz="94682" autoAdjust="0"/>
  </p:normalViewPr>
  <p:slideViewPr>
    <p:cSldViewPr snapToGrid="0" showGuides="1">
      <p:cViewPr varScale="1">
        <p:scale>
          <a:sx n="77" d="100"/>
          <a:sy n="77" d="100"/>
        </p:scale>
        <p:origin x="204" y="52"/>
      </p:cViewPr>
      <p:guideLst>
        <p:guide pos="5108"/>
        <p:guide pos="492"/>
        <p:guide pos="7294"/>
        <p:guide orient="horz" pos="4289"/>
        <p:guide orient="horz" pos="4065"/>
        <p:guide orient="horz" pos="1192"/>
        <p:guide pos="2389"/>
        <p:guide pos="7389"/>
        <p:guide orient="horz" pos="8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61240310077519"/>
          <c:y val="0.221498371335505"/>
          <c:w val="0.967751937984496"/>
          <c:h val="0.6243213897937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287730727470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8002171552660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38002171552660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.016286644951140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轿车</c:v>
                </c:pt>
                <c:pt idx="1">
                  <c:v>SUV</c:v>
                </c:pt>
                <c:pt idx="2">
                  <c:v>MPV</c:v>
                </c:pt>
                <c:pt idx="3">
                  <c:v>交叉型乘用车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97.3963</c:v>
                </c:pt>
                <c:pt idx="1">
                  <c:v>106.6977</c:v>
                </c:pt>
                <c:pt idx="2">
                  <c:v>10.8309</c:v>
                </c:pt>
                <c:pt idx="3">
                  <c:v>1.5728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361563517915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4419109663409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18458197611292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.019543973941368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轿车</c:v>
                </c:pt>
                <c:pt idx="1">
                  <c:v>SUV</c:v>
                </c:pt>
                <c:pt idx="2">
                  <c:v>MPV</c:v>
                </c:pt>
                <c:pt idx="3">
                  <c:v>交叉型乘用车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68.3574</c:v>
                </c:pt>
                <c:pt idx="1">
                  <c:v>93.2123</c:v>
                </c:pt>
                <c:pt idx="2">
                  <c:v>7.7313</c:v>
                </c:pt>
                <c:pt idx="3">
                  <c:v>0.9169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730103711"/>
        <c:axId val="1"/>
      </c:barChart>
      <c:catAx>
        <c:axId val="73010371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2.7674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730103711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dac001e7-01d5-470d-a5bb-1c29451dffab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60891089108911"/>
          <c:y val="0.199804113614104"/>
          <c:w val="0.967821782178218"/>
          <c:h val="0.6611165523996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2025累计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8EAADB"/>
              </a:solidFill>
              <a:ln>
                <a:noFill/>
              </a:ln>
            </c:spPr>
          </c:dPt>
          <c:dLbls>
            <c:dLbl>
              <c:idx val="0"/>
              <c:layout>
                <c:manualLayout>
                  <c:x val="0"/>
                  <c:y val="-0.3800195886385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917727717923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47992164544564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.011753183153770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轿车</c:v>
                </c:pt>
                <c:pt idx="1">
                  <c:v>SUV</c:v>
                </c:pt>
                <c:pt idx="2">
                  <c:v>MPV</c:v>
                </c:pt>
                <c:pt idx="3">
                  <c:v>交叉型乘用车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498.2165</c:v>
                </c:pt>
                <c:pt idx="1">
                  <c:v>522.3579</c:v>
                </c:pt>
                <c:pt idx="2">
                  <c:v>55.7698</c:v>
                </c:pt>
                <c:pt idx="3">
                  <c:v>8.9904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2026累计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9187071498530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6434867776689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31341821743388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.016650342801175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轿车</c:v>
                </c:pt>
                <c:pt idx="1">
                  <c:v>SUV</c:v>
                </c:pt>
                <c:pt idx="2">
                  <c:v>MPV</c:v>
                </c:pt>
                <c:pt idx="3">
                  <c:v>交叉型乘用车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358.1822</c:v>
                </c:pt>
                <c:pt idx="1">
                  <c:v>474.1249</c:v>
                </c:pt>
                <c:pt idx="2">
                  <c:v>42.2885</c:v>
                </c:pt>
                <c:pt idx="3">
                  <c:v>5.2221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730150751"/>
        <c:axId val="1"/>
      </c:barChart>
      <c:catAx>
        <c:axId val="73015075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15.6602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730150751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79a13b9f-5688-4b35-9979-71b4c4ec8d06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7719138610858"/>
          <c:y val="0.0635631154879141"/>
          <c:w val="0.968456172277828"/>
          <c:h val="0.8728737690241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交叉型乘用车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2026.5</c:v>
                </c:pt>
                <c:pt idx="1">
                  <c:v>2026.6</c:v>
                </c:pt>
                <c:pt idx="2">
                  <c:v>2025.1-12</c:v>
                </c:pt>
                <c:pt idx="3">
                  <c:v>2026.1-6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</c:v>
                </c:pt>
                <c:pt idx="1">
                  <c:v>0.5</c:v>
                </c:pt>
                <c:pt idx="2">
                  <c:v>0.7</c:v>
                </c:pt>
                <c:pt idx="3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MPV</c:v>
                </c:pt>
              </c:strCache>
            </c:strRef>
          </c:tx>
          <c:spPr>
            <a:solidFill>
              <a:srgbClr val="6F8DB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0336669699727025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336669699727025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336669699727025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336669699727025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2026.5</c:v>
                </c:pt>
                <c:pt idx="1">
                  <c:v>2026.6</c:v>
                </c:pt>
                <c:pt idx="2">
                  <c:v>2025.1-12</c:v>
                </c:pt>
                <c:pt idx="3">
                  <c:v>2026.1-6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4.4</c:v>
                </c:pt>
                <c:pt idx="1">
                  <c:v>4.5</c:v>
                </c:pt>
                <c:pt idx="2">
                  <c:v>4.8</c:v>
                </c:pt>
                <c:pt idx="3">
                  <c:v>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SUV</c:v>
                </c:pt>
              </c:strCache>
            </c:strRef>
          </c:tx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2026.5</c:v>
                </c:pt>
                <c:pt idx="1">
                  <c:v>2026.6</c:v>
                </c:pt>
                <c:pt idx="2">
                  <c:v>2025.1-12</c:v>
                </c:pt>
                <c:pt idx="3">
                  <c:v>2026.1-6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54.4</c:v>
                </c:pt>
                <c:pt idx="1">
                  <c:v>54.8</c:v>
                </c:pt>
                <c:pt idx="2">
                  <c:v>48.9</c:v>
                </c:pt>
                <c:pt idx="3">
                  <c:v>53.9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轿车</c:v>
                </c:pt>
              </c:strCache>
            </c:strRef>
          </c:tx>
          <c:spPr>
            <a:solidFill>
              <a:srgbClr val="C3CFE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2026.5</c:v>
                </c:pt>
                <c:pt idx="1">
                  <c:v>2026.6</c:v>
                </c:pt>
                <c:pt idx="2">
                  <c:v>2025.1-12</c:v>
                </c:pt>
                <c:pt idx="3">
                  <c:v>2026.1-6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40.5</c:v>
                </c:pt>
                <c:pt idx="1">
                  <c:v>40.2</c:v>
                </c:pt>
                <c:pt idx="2">
                  <c:v>45.6</c:v>
                </c:pt>
                <c:pt idx="3">
                  <c:v>40.7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21002975"/>
        <c:axId val="1"/>
      </c:barChart>
      <c:catAx>
        <c:axId val="32100297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00297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fa9401b3-88dc-4614-a248-b24c6d16b7e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61440546414157"/>
          <c:y val="0.214511041009464"/>
          <c:w val="0.967711890717169"/>
          <c:h val="0.6361724500525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680336487907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3354363827549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6487907465825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8380651945320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7245005257623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A00</c:v>
                </c:pt>
                <c:pt idx="1">
                  <c:v>A0</c:v>
                </c:pt>
                <c:pt idx="2">
                  <c:v>A</c:v>
                </c:pt>
                <c:pt idx="3">
                  <c:v>B</c:v>
                </c:pt>
                <c:pt idx="4">
                  <c:v>C+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8.158</c:v>
                </c:pt>
                <c:pt idx="1">
                  <c:v>19.8219</c:v>
                </c:pt>
                <c:pt idx="2">
                  <c:v>80.3735</c:v>
                </c:pt>
                <c:pt idx="3">
                  <c:v>82.1318</c:v>
                </c:pt>
                <c:pt idx="4">
                  <c:v>26.0125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31545741324921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3354363827549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8075709779179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2176656151419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6824395373291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A00</c:v>
                </c:pt>
                <c:pt idx="1">
                  <c:v>A0</c:v>
                </c:pt>
                <c:pt idx="2">
                  <c:v>A</c:v>
                </c:pt>
                <c:pt idx="3">
                  <c:v>B</c:v>
                </c:pt>
                <c:pt idx="4">
                  <c:v>C+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2.8073</c:v>
                </c:pt>
                <c:pt idx="1">
                  <c:v>17.8822</c:v>
                </c:pt>
                <c:pt idx="2">
                  <c:v>57.1377</c:v>
                </c:pt>
                <c:pt idx="3">
                  <c:v>65.6033</c:v>
                </c:pt>
                <c:pt idx="4">
                  <c:v>26.7874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1110015"/>
        <c:axId val="1"/>
      </c:barChart>
      <c:catAx>
        <c:axId val="32111001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1.888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11001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673c8de8-4005-4ecd-b138-8fd367e2e09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61090458488228"/>
          <c:y val="0.226918798665184"/>
          <c:w val="0.967781908302354"/>
          <c:h val="0.6151279199110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2025累计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7819799777530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2235817575083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7374860956618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7708565072302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6462736373748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A00</c:v>
                </c:pt>
                <c:pt idx="1">
                  <c:v>A0</c:v>
                </c:pt>
                <c:pt idx="2">
                  <c:v>A</c:v>
                </c:pt>
                <c:pt idx="3">
                  <c:v>B</c:v>
                </c:pt>
                <c:pt idx="4">
                  <c:v>C+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42.5453</c:v>
                </c:pt>
                <c:pt idx="1">
                  <c:v>98.9858</c:v>
                </c:pt>
                <c:pt idx="2">
                  <c:v>405.0598</c:v>
                </c:pt>
                <c:pt idx="3">
                  <c:v>410.044</c:v>
                </c:pt>
                <c:pt idx="4">
                  <c:v>128.6997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2026累计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.0044493882091212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96774193548387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0367074527252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2591768631813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6907675194660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A00</c:v>
                </c:pt>
                <c:pt idx="1">
                  <c:v>A0</c:v>
                </c:pt>
                <c:pt idx="2">
                  <c:v>A</c:v>
                </c:pt>
                <c:pt idx="3">
                  <c:v>B</c:v>
                </c:pt>
                <c:pt idx="4">
                  <c:v>C+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14.7252</c:v>
                </c:pt>
                <c:pt idx="1">
                  <c:v>83.7154</c:v>
                </c:pt>
                <c:pt idx="2">
                  <c:v>308.1899</c:v>
                </c:pt>
                <c:pt idx="3">
                  <c:v>340.2775</c:v>
                </c:pt>
                <c:pt idx="4">
                  <c:v>132.9097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1102815"/>
        <c:axId val="1"/>
      </c:barChart>
      <c:catAx>
        <c:axId val="32110281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27.9122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10281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de419f2c-717e-448b-b87e-a3967e3a09e9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7719138610858"/>
          <c:y val="0.0635631154879141"/>
          <c:w val="0.968456172277828"/>
          <c:h val="0.8728737690241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C+</c:v>
                </c:pt>
              </c:strCache>
            </c:strRef>
          </c:tx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2026.5</c:v>
                </c:pt>
                <c:pt idx="1">
                  <c:v>2026.6</c:v>
                </c:pt>
                <c:pt idx="2">
                  <c:v>2025.1-12</c:v>
                </c:pt>
                <c:pt idx="3">
                  <c:v>2026.1-6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15.4</c:v>
                </c:pt>
                <c:pt idx="1">
                  <c:v>15.7</c:v>
                </c:pt>
                <c:pt idx="2">
                  <c:v>13.0</c:v>
                </c:pt>
                <c:pt idx="3">
                  <c:v>15.1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C3CFE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2026.5</c:v>
                </c:pt>
                <c:pt idx="1">
                  <c:v>2026.6</c:v>
                </c:pt>
                <c:pt idx="2">
                  <c:v>2025.1-12</c:v>
                </c:pt>
                <c:pt idx="3">
                  <c:v>2026.1-6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38.4</c:v>
                </c:pt>
                <c:pt idx="1">
                  <c:v>38.5</c:v>
                </c:pt>
                <c:pt idx="2">
                  <c:v>37.7</c:v>
                </c:pt>
                <c:pt idx="3">
                  <c:v>38.7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2026.5</c:v>
                </c:pt>
                <c:pt idx="1">
                  <c:v>2026.6</c:v>
                </c:pt>
                <c:pt idx="2">
                  <c:v>2025.1-12</c:v>
                </c:pt>
                <c:pt idx="3">
                  <c:v>2026.1-6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32.3</c:v>
                </c:pt>
                <c:pt idx="1">
                  <c:v>33.6</c:v>
                </c:pt>
                <c:pt idx="2">
                  <c:v>35.8</c:v>
                </c:pt>
                <c:pt idx="3">
                  <c:v>35.0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A0</c:v>
                </c:pt>
              </c:strCache>
            </c:strRef>
          </c:tx>
          <c:spPr>
            <a:solidFill>
              <a:srgbClr val="6F8DB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2026.5</c:v>
                </c:pt>
                <c:pt idx="1">
                  <c:v>2026.6</c:v>
                </c:pt>
                <c:pt idx="2">
                  <c:v>2025.1-12</c:v>
                </c:pt>
                <c:pt idx="3">
                  <c:v>2026.1-6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11.8</c:v>
                </c:pt>
                <c:pt idx="1">
                  <c:v>10.5</c:v>
                </c:pt>
                <c:pt idx="2">
                  <c:v>9.2</c:v>
                </c:pt>
                <c:pt idx="3">
                  <c:v>9.5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2026.5</c:v>
                </c:pt>
                <c:pt idx="1">
                  <c:v>2026.6</c:v>
                </c:pt>
                <c:pt idx="2">
                  <c:v>2025.1-12</c:v>
                </c:pt>
                <c:pt idx="3">
                  <c:v>2026.1-6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2.1</c:v>
                </c:pt>
                <c:pt idx="1">
                  <c:v>1.6</c:v>
                </c:pt>
                <c:pt idx="2">
                  <c:v>4.2</c:v>
                </c:pt>
                <c:pt idx="3">
                  <c:v>1.7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21106175"/>
        <c:axId val="1"/>
      </c:barChart>
      <c:catAx>
        <c:axId val="32110617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.1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10617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79722b60-bd0b-4e0c-a758-2946f64c3aa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42280285035629"/>
          <c:w val="0.968890218366736"/>
          <c:h val="0.5890736342042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1638954869358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9121140142517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384798099762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9596199524940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A00</c:v>
                </c:pt>
                <c:pt idx="1">
                  <c:v>A0</c:v>
                </c:pt>
                <c:pt idx="2">
                  <c:v>A</c:v>
                </c:pt>
                <c:pt idx="3">
                  <c:v>B</c:v>
                </c:pt>
                <c:pt idx="4">
                  <c:v>C+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8.158</c:v>
                </c:pt>
                <c:pt idx="1">
                  <c:v>12.1629</c:v>
                </c:pt>
                <c:pt idx="2">
                  <c:v>30.8146</c:v>
                </c:pt>
                <c:pt idx="3">
                  <c:v>33.4169</c:v>
                </c:pt>
                <c:pt idx="4">
                  <c:v>12.8439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8052256532066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5178147268408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28266033254156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7102137767220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A00</c:v>
                </c:pt>
                <c:pt idx="1">
                  <c:v>A0</c:v>
                </c:pt>
                <c:pt idx="2">
                  <c:v>A</c:v>
                </c:pt>
                <c:pt idx="3">
                  <c:v>B</c:v>
                </c:pt>
                <c:pt idx="4">
                  <c:v>C+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2.8073</c:v>
                </c:pt>
                <c:pt idx="1">
                  <c:v>10.1577</c:v>
                </c:pt>
                <c:pt idx="2">
                  <c:v>19.6105</c:v>
                </c:pt>
                <c:pt idx="3">
                  <c:v>25.1559</c:v>
                </c:pt>
                <c:pt idx="4">
                  <c:v>10.626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1152255"/>
        <c:axId val="1"/>
      </c:barChart>
      <c:catAx>
        <c:axId val="32115225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8.7071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15225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bf9d8985-ccdf-4a52-bc4e-9bf1a4046463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62548262548263"/>
          <c:w val="0.968890218366736"/>
          <c:h val="0.5546975546975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2025累计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1196911196911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6344916344916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500643500643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5778635778635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9305019305019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A00</c:v>
                </c:pt>
                <c:pt idx="1">
                  <c:v>A0</c:v>
                </c:pt>
                <c:pt idx="2">
                  <c:v>A</c:v>
                </c:pt>
                <c:pt idx="3">
                  <c:v>B</c:v>
                </c:pt>
                <c:pt idx="4">
                  <c:v>C+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42.5453</c:v>
                </c:pt>
                <c:pt idx="1">
                  <c:v>58.9928</c:v>
                </c:pt>
                <c:pt idx="2">
                  <c:v>161.7211</c:v>
                </c:pt>
                <c:pt idx="3">
                  <c:v>167.3596</c:v>
                </c:pt>
                <c:pt idx="4">
                  <c:v>67.5977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2026累计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1801801801801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299871299871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7413127413127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29086229086229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4543114543114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A00</c:v>
                </c:pt>
                <c:pt idx="1">
                  <c:v>A0</c:v>
                </c:pt>
                <c:pt idx="2">
                  <c:v>A</c:v>
                </c:pt>
                <c:pt idx="3">
                  <c:v>B</c:v>
                </c:pt>
                <c:pt idx="4">
                  <c:v>C+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14.7252</c:v>
                </c:pt>
                <c:pt idx="1">
                  <c:v>49.0347</c:v>
                </c:pt>
                <c:pt idx="2">
                  <c:v>113.89</c:v>
                </c:pt>
                <c:pt idx="3">
                  <c:v>127.2374</c:v>
                </c:pt>
                <c:pt idx="4">
                  <c:v>53.2949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730123871"/>
        <c:axId val="1"/>
      </c:barChart>
      <c:catAx>
        <c:axId val="73012387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3.9427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730123871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40b76427-9afc-4e24-9eac-548d146bb14e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971279629243"/>
          <c:y val="0.0419330652204166"/>
          <c:w val="0.184649301669796"/>
          <c:h val="0.9121694052774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2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3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4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5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6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7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8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9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2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4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10"/>
            <c:spPr>
              <a:solidFill>
                <a:srgbClr val="00B050"/>
              </a:solidFill>
            </c:spPr>
          </c:dPt>
          <c:dLbls>
            <c:dLbl>
              <c:idx val="0"/>
              <c:layout>
                <c:manualLayout>
                  <c:x val="-0.0117225935915258"/>
                  <c:y val="8.24938505009459e-1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星愿</c:v>
                </c:pt>
                <c:pt idx="1">
                  <c:v>小米SU7</c:v>
                </c:pt>
                <c:pt idx="2">
                  <c:v>凯美瑞</c:v>
                </c:pt>
                <c:pt idx="3">
                  <c:v>帕萨特</c:v>
                </c:pt>
                <c:pt idx="4">
                  <c:v>小鹏M03</c:v>
                </c:pt>
                <c:pt idx="5">
                  <c:v>迈腾</c:v>
                </c:pt>
                <c:pt idx="6">
                  <c:v>轩逸</c:v>
                </c:pt>
                <c:pt idx="7">
                  <c:v>五菱缤果Pro</c:v>
                </c:pt>
                <c:pt idx="8">
                  <c:v>特斯拉Model 3</c:v>
                </c:pt>
                <c:pt idx="9">
                  <c:v>秦PLUS</c:v>
                </c:pt>
                <c:pt idx="10">
                  <c:v>海豚</c:v>
                </c:pt>
                <c:pt idx="11">
                  <c:v>MG4</c:v>
                </c:pt>
                <c:pt idx="12">
                  <c:v>奔驰E级</c:v>
                </c:pt>
                <c:pt idx="13">
                  <c:v>宏光MINIEV</c:v>
                </c:pt>
                <c:pt idx="14">
                  <c:v>宝马3系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3.3834</c:v>
                </c:pt>
                <c:pt idx="1">
                  <c:v>2.0477</c:v>
                </c:pt>
                <c:pt idx="2">
                  <c:v>1.8342</c:v>
                </c:pt>
                <c:pt idx="3">
                  <c:v>1.5251</c:v>
                </c:pt>
                <c:pt idx="4">
                  <c:v>1.4844</c:v>
                </c:pt>
                <c:pt idx="5">
                  <c:v>1.4284</c:v>
                </c:pt>
                <c:pt idx="6">
                  <c:v>1.4178</c:v>
                </c:pt>
                <c:pt idx="7">
                  <c:v>1.4037</c:v>
                </c:pt>
                <c:pt idx="8">
                  <c:v>1.3973</c:v>
                </c:pt>
                <c:pt idx="9">
                  <c:v>1.3675</c:v>
                </c:pt>
                <c:pt idx="10">
                  <c:v>1.3183</c:v>
                </c:pt>
                <c:pt idx="11">
                  <c:v>1.3098</c:v>
                </c:pt>
                <c:pt idx="12">
                  <c:v>1.2484</c:v>
                </c:pt>
                <c:pt idx="13">
                  <c:v>1.21</c:v>
                </c:pt>
                <c:pt idx="14">
                  <c:v>1.2024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axId val="384882944"/>
        <c:axId val="385634304"/>
      </c:barChart>
      <c:catAx>
        <c:axId val="38488294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85634304"/>
        <c:crosses val="autoZero"/>
        <c:auto val="1"/>
        <c:lblAlgn val="ctr"/>
        <c:lblOffset val="100"/>
        <c:noMultiLvlLbl val="0"/>
      </c:catAx>
      <c:valAx>
        <c:axId val="385634304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8488294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ddef476-a5e3-46c2-851b-8188a8c133f6}"/>
      </c:ext>
    </c:extLst>
  </c:chart>
  <c:spPr>
    <a:ln>
      <a:noFill/>
    </a:ln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42280285035629"/>
          <c:w val="0.968890218366736"/>
          <c:h val="0.5890736342042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3254156769596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127078384798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A0</c:v>
                </c:pt>
                <c:pt idx="1">
                  <c:v>A</c:v>
                </c:pt>
                <c:pt idx="2">
                  <c:v>B</c:v>
                </c:pt>
                <c:pt idx="3">
                  <c:v>C+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5.476</c:v>
                </c:pt>
                <c:pt idx="1">
                  <c:v>48.8477</c:v>
                </c:pt>
                <c:pt idx="2">
                  <c:v>40.7782</c:v>
                </c:pt>
                <c:pt idx="3">
                  <c:v>11.5958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64133016627078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29453681710213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0641330166270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1508313539192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A0</c:v>
                </c:pt>
                <c:pt idx="1">
                  <c:v>A</c:v>
                </c:pt>
                <c:pt idx="2">
                  <c:v>B</c:v>
                </c:pt>
                <c:pt idx="3">
                  <c:v>C+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6.834</c:v>
                </c:pt>
                <c:pt idx="1">
                  <c:v>36.6824</c:v>
                </c:pt>
                <c:pt idx="2">
                  <c:v>34.4514</c:v>
                </c:pt>
                <c:pt idx="3">
                  <c:v>15.2445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05019648"/>
        <c:axId val="1"/>
      </c:barChart>
      <c:catAx>
        <c:axId val="405019648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1.2005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05019648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0ad941dd-bf5e-4a74-bbc9-88f8a7d2bcda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62548262548263"/>
          <c:w val="0.968890218366736"/>
          <c:h val="0.5546975546975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2025累计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474903474903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5778635778635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1660231660231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87516087516087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A0</c:v>
                </c:pt>
                <c:pt idx="1">
                  <c:v>A</c:v>
                </c:pt>
                <c:pt idx="2">
                  <c:v>B</c:v>
                </c:pt>
                <c:pt idx="3">
                  <c:v>C+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27.8174</c:v>
                </c:pt>
                <c:pt idx="1">
                  <c:v>239.1786</c:v>
                </c:pt>
                <c:pt idx="2">
                  <c:v>203.2505</c:v>
                </c:pt>
                <c:pt idx="3">
                  <c:v>52.1114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2026累计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3462033462033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0115830115830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9343629343629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14157014157014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A0</c:v>
                </c:pt>
                <c:pt idx="1">
                  <c:v>A</c:v>
                </c:pt>
                <c:pt idx="2">
                  <c:v>B</c:v>
                </c:pt>
                <c:pt idx="3">
                  <c:v>C+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29.0829</c:v>
                </c:pt>
                <c:pt idx="1">
                  <c:v>189.1087</c:v>
                </c:pt>
                <c:pt idx="2">
                  <c:v>181.5407</c:v>
                </c:pt>
                <c:pt idx="3">
                  <c:v>74.3926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05023008"/>
        <c:axId val="1"/>
      </c:barChart>
      <c:catAx>
        <c:axId val="405023008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90.3309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05023008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b387b864-b8fd-43ab-b08e-8d7c5bb9c9eb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971279629243"/>
          <c:y val="0.0419330652204166"/>
          <c:w val="0.222288477709705"/>
          <c:h val="0.9121694052774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2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3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4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5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6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7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8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9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0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4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12"/>
            <c:spPr>
              <a:solidFill>
                <a:srgbClr val="00B050"/>
              </a:solidFill>
            </c:spPr>
          </c:dPt>
          <c:dLbls>
            <c:dLbl>
              <c:idx val="0"/>
              <c:layout>
                <c:manualLayout>
                  <c:x val="-0.0117225935915258"/>
                  <c:y val="8.24938505009459e-1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特斯拉Model Y</c:v>
                </c:pt>
                <c:pt idx="1">
                  <c:v>零跑A10</c:v>
                </c:pt>
                <c:pt idx="2">
                  <c:v>理想i6</c:v>
                </c:pt>
                <c:pt idx="3">
                  <c:v>钛7</c:v>
                </c:pt>
                <c:pt idx="4">
                  <c:v>启源Q05</c:v>
                </c:pt>
                <c:pt idx="5">
                  <c:v>元UP</c:v>
                </c:pt>
                <c:pt idx="6">
                  <c:v>卡罗拉锐放</c:v>
                </c:pt>
                <c:pt idx="7">
                  <c:v>海狮06</c:v>
                </c:pt>
                <c:pt idx="8">
                  <c:v>宋Pro</c:v>
                </c:pt>
                <c:pt idx="9">
                  <c:v>丰田RAV4</c:v>
                </c:pt>
                <c:pt idx="10">
                  <c:v>星越L</c:v>
                </c:pt>
                <c:pt idx="11">
                  <c:v>途观L</c:v>
                </c:pt>
                <c:pt idx="12">
                  <c:v>探岳</c:v>
                </c:pt>
                <c:pt idx="13">
                  <c:v>小米YU7</c:v>
                </c:pt>
                <c:pt idx="14">
                  <c:v>锋兰达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3.049</c:v>
                </c:pt>
                <c:pt idx="1">
                  <c:v>2.5857</c:v>
                </c:pt>
                <c:pt idx="2">
                  <c:v>2.1482</c:v>
                </c:pt>
                <c:pt idx="3">
                  <c:v>1.9474</c:v>
                </c:pt>
                <c:pt idx="4">
                  <c:v>1.9154</c:v>
                </c:pt>
                <c:pt idx="5">
                  <c:v>1.7955</c:v>
                </c:pt>
                <c:pt idx="6">
                  <c:v>1.6734</c:v>
                </c:pt>
                <c:pt idx="7">
                  <c:v>1.6532</c:v>
                </c:pt>
                <c:pt idx="8">
                  <c:v>1.6428</c:v>
                </c:pt>
                <c:pt idx="9">
                  <c:v>1.5033</c:v>
                </c:pt>
                <c:pt idx="10">
                  <c:v>1.4507</c:v>
                </c:pt>
                <c:pt idx="11">
                  <c:v>1.4379</c:v>
                </c:pt>
                <c:pt idx="12">
                  <c:v>1.3838</c:v>
                </c:pt>
                <c:pt idx="13">
                  <c:v>1.3291</c:v>
                </c:pt>
                <c:pt idx="14">
                  <c:v>1.3013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axId val="384882944"/>
        <c:axId val="385634304"/>
      </c:barChart>
      <c:catAx>
        <c:axId val="38488294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85634304"/>
        <c:crosses val="autoZero"/>
        <c:auto val="1"/>
        <c:lblAlgn val="ctr"/>
        <c:lblOffset val="100"/>
        <c:noMultiLvlLbl val="0"/>
      </c:catAx>
      <c:valAx>
        <c:axId val="385634304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8488294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1048715-f62d-45fa-b1a8-2fe494ed977b}"/>
      </c:ext>
    </c:extLst>
  </c:chart>
  <c:spPr>
    <a:ln>
      <a:noFill/>
    </a:ln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42280285035629"/>
          <c:w val="0.968890218366736"/>
          <c:h val="0.5890736342042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3657957244655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24940617577197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A0</c:v>
                </c:pt>
                <c:pt idx="1">
                  <c:v>A</c:v>
                </c:pt>
                <c:pt idx="2">
                  <c:v>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2.183</c:v>
                </c:pt>
                <c:pt idx="1">
                  <c:v>0.7112</c:v>
                </c:pt>
                <c:pt idx="2">
                  <c:v>7.9367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47505938242280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29691211401425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8741092636579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A0</c:v>
                </c:pt>
                <c:pt idx="1">
                  <c:v>A</c:v>
                </c:pt>
                <c:pt idx="2">
                  <c:v>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0.8905</c:v>
                </c:pt>
                <c:pt idx="1">
                  <c:v>0.8448</c:v>
                </c:pt>
                <c:pt idx="2">
                  <c:v>5.996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995349104"/>
        <c:axId val="1"/>
      </c:barChart>
      <c:catAx>
        <c:axId val="1995349104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.0044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995349104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5f184128-7c22-4c8c-8b6b-832a9f2b2e29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62548262548263"/>
          <c:w val="0.968890218366736"/>
          <c:h val="0.5546975546975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2025累计</c:v>
                </c:pt>
              </c:strCache>
            </c:strRef>
          </c:tx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4543114543114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29601029601029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5778635778635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A0</c:v>
                </c:pt>
                <c:pt idx="1">
                  <c:v>A</c:v>
                </c:pt>
                <c:pt idx="2">
                  <c:v>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12.1756</c:v>
                </c:pt>
                <c:pt idx="1">
                  <c:v>4.1601</c:v>
                </c:pt>
                <c:pt idx="2">
                  <c:v>39.4339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2026累计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51480051480051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4504504504504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0501930501930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A0</c:v>
                </c:pt>
                <c:pt idx="1">
                  <c:v>A</c:v>
                </c:pt>
                <c:pt idx="2">
                  <c:v>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5.5978</c:v>
                </c:pt>
                <c:pt idx="1">
                  <c:v>5.1912</c:v>
                </c:pt>
                <c:pt idx="2">
                  <c:v>31.4994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05021568"/>
        <c:axId val="1"/>
      </c:barChart>
      <c:catAx>
        <c:axId val="405021568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1.4972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05021568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ccc27c3d-5754-492d-8d8a-73b34fd005c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971279629243"/>
          <c:y val="0.0419330652204166"/>
          <c:w val="0.192177136877778"/>
          <c:h val="0.9121694052774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2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3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4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5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6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7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9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11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12"/>
            <c:invertIfNegative val="0"/>
            <c:bubble3D val="0"/>
            <c:spPr>
              <a:solidFill>
                <a:srgbClr val="2F5597"/>
              </a:solidFill>
            </c:spPr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</c:dPt>
          <c:dPt>
            <c:idx val="8"/>
            <c:spPr>
              <a:solidFill>
                <a:srgbClr val="00B050"/>
              </a:solidFill>
            </c:spPr>
          </c:dPt>
          <c:dPt>
            <c:idx val="13"/>
            <c:spPr>
              <a:solidFill>
                <a:srgbClr val="2F5597"/>
              </a:solidFill>
            </c:spPr>
          </c:dPt>
          <c:dLbls>
            <c:dLbl>
              <c:idx val="0"/>
              <c:layout>
                <c:manualLayout>
                  <c:x val="-0.0117225935915258"/>
                  <c:y val="8.24938505009459e-1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腾势D9</c:v>
                </c:pt>
                <c:pt idx="1">
                  <c:v>赛那</c:v>
                </c:pt>
                <c:pt idx="2">
                  <c:v>别克GL8</c:v>
                </c:pt>
                <c:pt idx="3">
                  <c:v>岚图梦想家</c:v>
                </c:pt>
                <c:pt idx="4">
                  <c:v>星光730</c:v>
                </c:pt>
                <c:pt idx="5">
                  <c:v>传祺M8</c:v>
                </c:pt>
                <c:pt idx="6">
                  <c:v>高山</c:v>
                </c:pt>
                <c:pt idx="7">
                  <c:v>格瑞维亚</c:v>
                </c:pt>
                <c:pt idx="8">
                  <c:v>智界V9</c:v>
                </c:pt>
                <c:pt idx="9">
                  <c:v>五菱宏光</c:v>
                </c:pt>
                <c:pt idx="10">
                  <c:v>极氪009</c:v>
                </c:pt>
                <c:pt idx="11">
                  <c:v>五菱宏光V</c:v>
                </c:pt>
                <c:pt idx="12">
                  <c:v>五菱宏光S</c:v>
                </c:pt>
                <c:pt idx="13">
                  <c:v>传祺M6</c:v>
                </c:pt>
                <c:pt idx="14">
                  <c:v>小鹏X9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0.6502</c:v>
                </c:pt>
                <c:pt idx="1">
                  <c:v>0.6374</c:v>
                </c:pt>
                <c:pt idx="2">
                  <c:v>0.6196</c:v>
                </c:pt>
                <c:pt idx="3">
                  <c:v>0.5154</c:v>
                </c:pt>
                <c:pt idx="4">
                  <c:v>0.5126</c:v>
                </c:pt>
                <c:pt idx="5">
                  <c:v>0.4636</c:v>
                </c:pt>
                <c:pt idx="6">
                  <c:v>0.4455</c:v>
                </c:pt>
                <c:pt idx="7">
                  <c:v>0.3944</c:v>
                </c:pt>
                <c:pt idx="8">
                  <c:v>0.3659</c:v>
                </c:pt>
                <c:pt idx="9">
                  <c:v>0.3078</c:v>
                </c:pt>
                <c:pt idx="10">
                  <c:v>0.3028</c:v>
                </c:pt>
                <c:pt idx="11">
                  <c:v>0.2515</c:v>
                </c:pt>
                <c:pt idx="12">
                  <c:v>0.1785</c:v>
                </c:pt>
                <c:pt idx="13">
                  <c:v>0.1766</c:v>
                </c:pt>
                <c:pt idx="14">
                  <c:v>0.1454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axId val="384882944"/>
        <c:axId val="385634304"/>
      </c:barChart>
      <c:catAx>
        <c:axId val="38488294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85634304"/>
        <c:crosses val="autoZero"/>
        <c:auto val="1"/>
        <c:lblAlgn val="ctr"/>
        <c:lblOffset val="100"/>
        <c:noMultiLvlLbl val="0"/>
      </c:catAx>
      <c:valAx>
        <c:axId val="385634304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8488294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6dc4257-ba36-457c-9f98-1825b8b7f3f6}"/>
      </c:ext>
    </c:extLst>
  </c:chart>
  <c:spPr>
    <a:ln>
      <a:noFill/>
    </a:ln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6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565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392EF-4F35-4DFB-B89C-DB51C7191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66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9567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956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56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4ED18-941A-4DFF-B99C-E139777BDC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sp>
        <p:nvSpPr>
          <p:cNvPr id="1048578" name="矩形 3"/>
          <p:cNvSpPr/>
          <p:nvPr/>
        </p:nvSpPr>
        <p:spPr>
          <a:xfrm>
            <a:off x="635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3145728" name="直接连接符 4"/>
          <p:cNvCxnSpPr/>
          <p:nvPr/>
        </p:nvCxnSpPr>
        <p:spPr>
          <a:xfrm>
            <a:off x="2491105" y="2586990"/>
            <a:ext cx="7396480" cy="0"/>
          </a:xfrm>
          <a:prstGeom prst="line">
            <a:avLst/>
          </a:prstGeom>
          <a:ln w="28575"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79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3233678" y="3107893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>
              <a:buNone/>
              <a:defRPr kumimoji="0" lang="zh-CN" altLang="en-US" sz="36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580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4618673" y="579088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algn="ctr">
              <a:buNone/>
              <a:defRPr kumimoji="0" lang="zh-CN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buNone/>
            </a:lvl2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pic>
        <p:nvPicPr>
          <p:cNvPr id="209715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43592" y="950136"/>
            <a:ext cx="4904816" cy="10642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3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cxnSp>
        <p:nvCxnSpPr>
          <p:cNvPr id="3145729" name="直接连接符 4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4" name="图片 6" descr="b44c0ef76cbe0a8e48137c40549c38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0"/>
            <a:ext cx="2329180" cy="774065"/>
          </a:xfrm>
          <a:prstGeom prst="rect">
            <a:avLst/>
          </a:prstGeom>
        </p:spPr>
      </p:pic>
      <p:cxnSp>
        <p:nvCxnSpPr>
          <p:cNvPr id="3145730" name="直接连接符 7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5" name="图片 8" descr="b44c0ef76cbe0a8e48137c40549c38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0"/>
            <a:ext cx="2329180" cy="774065"/>
          </a:xfrm>
          <a:prstGeom prst="rect">
            <a:avLst/>
          </a:prstGeom>
        </p:spPr>
      </p:pic>
      <p:pic>
        <p:nvPicPr>
          <p:cNvPr id="209715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"/>
            <a:ext cx="12192000" cy="6854574"/>
          </a:xfrm>
          <a:prstGeom prst="rect">
            <a:avLst/>
          </a:prstGeom>
        </p:spPr>
      </p:pic>
      <p:sp>
        <p:nvSpPr>
          <p:cNvPr id="1048584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3468688" y="2968970"/>
            <a:ext cx="7851775" cy="920060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lnSpc>
                <a:spcPct val="200000"/>
              </a:lnSpc>
              <a:spcBef>
                <a:spcPts val="0"/>
              </a:spcBef>
              <a:buFontTx/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标题占位符 1"/>
          <p:cNvSpPr>
            <a:spLocks noGrp="1"/>
          </p:cNvSpPr>
          <p:nvPr>
            <p:ph type="title"/>
          </p:nvPr>
        </p:nvSpPr>
        <p:spPr>
          <a:xfrm>
            <a:off x="462110" y="416447"/>
            <a:ext cx="11267777" cy="400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cxnSp>
        <p:nvCxnSpPr>
          <p:cNvPr id="3145733" name="直接连接符 4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4" name="直接连接符 7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1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 sz="1600"/>
            </a:lvl1pPr>
            <a:lvl2pPr>
              <a:buNone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42" name="灯片编号占位符 1"/>
          <p:cNvSpPr txBox="1"/>
          <p:nvPr/>
        </p:nvSpPr>
        <p:spPr>
          <a:xfrm>
            <a:off x="10903225" y="6510244"/>
            <a:ext cx="826885" cy="26824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</a:pPr>
            <a:fld id="{DC9375E8-3A2E-47A1-B0F1-82F0E4135C64}" type="slidenum">
              <a:rPr lang="zh-CN" altLang="en-US" sz="120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</a:rPr>
            </a:fld>
            <a:endParaRPr lang="zh-CN" altLang="en-US" sz="12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</a:endParaRPr>
          </a:p>
        </p:txBody>
      </p:sp>
      <p:pic>
        <p:nvPicPr>
          <p:cNvPr id="2097162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8388" y="298094"/>
            <a:ext cx="2111499" cy="4581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5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3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sp>
        <p:nvSpPr>
          <p:cNvPr id="1049555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4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097218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08067" y="2619448"/>
            <a:ext cx="5775867" cy="12536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ags" Target="../tags/tag1.xml"/><Relationship Id="rId6" Type="http://schemas.openxmlformats.org/officeDocument/2006/relationships/oleObject" Target="../embeddings/oleObject1.bin"/><Relationship Id="rId7" Type="http://schemas.openxmlformats.org/officeDocument/2006/relationships/image" Target="../media/image5.emf"/><Relationship Id="rId8" Type="http://schemas.openxmlformats.org/officeDocument/2006/relationships/vmlDrawing" Target="../drawings/vmlDrawing1.v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对象 1" hidden="1"/>
          <p:cNvGraphicFramePr/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6" imgW="5715" imgH="5715" progId="TCLayout.ActiveDocument.1">
                  <p:embed/>
                </p:oleObj>
              </mc:Choice>
              <mc:Fallback>
                <p:oleObj name="think-cell 幻灯片" r:id="rId6" imgW="5715" imgH="5715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57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3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6.emf"/><Relationship Id="rId7" Type="http://schemas.openxmlformats.org/officeDocument/2006/relationships/tags" Target="../tags/tag3.xml"/><Relationship Id="rId8" Type="http://schemas.openxmlformats.org/officeDocument/2006/relationships/tags" Target="../tags/tag4.xml"/><Relationship Id="rId9" Type="http://schemas.openxmlformats.org/officeDocument/2006/relationships/tags" Target="../tags/tag5.xml"/><Relationship Id="rId10" Type="http://schemas.openxmlformats.org/officeDocument/2006/relationships/tags" Target="../tags/tag6.xml"/><Relationship Id="rId11" Type="http://schemas.openxmlformats.org/officeDocument/2006/relationships/tags" Target="../tags/tag7.xml"/><Relationship Id="rId12" Type="http://schemas.openxmlformats.org/officeDocument/2006/relationships/tags" Target="../tags/tag8.xml"/><Relationship Id="rId13" Type="http://schemas.openxmlformats.org/officeDocument/2006/relationships/tags" Target="../tags/tag9.xml"/><Relationship Id="rId14" Type="http://schemas.openxmlformats.org/officeDocument/2006/relationships/tags" Target="../tags/tag10.xml"/><Relationship Id="rId15" Type="http://schemas.openxmlformats.org/officeDocument/2006/relationships/tags" Target="../tags/tag11.xml"/><Relationship Id="rId16" Type="http://schemas.openxmlformats.org/officeDocument/2006/relationships/tags" Target="../tags/tag12.xml"/><Relationship Id="rId17" Type="http://schemas.openxmlformats.org/officeDocument/2006/relationships/tags" Target="../tags/tag13.xml"/><Relationship Id="rId18" Type="http://schemas.openxmlformats.org/officeDocument/2006/relationships/tags" Target="../tags/tag14.xml"/><Relationship Id="rId19" Type="http://schemas.openxmlformats.org/officeDocument/2006/relationships/tags" Target="../tags/tag15.xml"/><Relationship Id="rId20" Type="http://schemas.openxmlformats.org/officeDocument/2006/relationships/tags" Target="../tags/tag16.xml"/><Relationship Id="rId21" Type="http://schemas.openxmlformats.org/officeDocument/2006/relationships/tags" Target="../tags/tag17.xml"/><Relationship Id="rId22" Type="http://schemas.openxmlformats.org/officeDocument/2006/relationships/tags" Target="../tags/tag18.xml"/><Relationship Id="rId23" Type="http://schemas.openxmlformats.org/officeDocument/2006/relationships/tags" Target="../tags/tag19.xml"/><Relationship Id="rId24" Type="http://schemas.openxmlformats.org/officeDocument/2006/relationships/tags" Target="../tags/tag20.xml"/><Relationship Id="rId25" Type="http://schemas.openxmlformats.org/officeDocument/2006/relationships/tags" Target="../tags/tag21.xml"/><Relationship Id="rId26" Type="http://schemas.openxmlformats.org/officeDocument/2006/relationships/tags" Target="../tags/tag22.xml"/><Relationship Id="rId27" Type="http://schemas.openxmlformats.org/officeDocument/2006/relationships/tags" Target="../tags/tag23.xml"/><Relationship Id="rId28" Type="http://schemas.openxmlformats.org/officeDocument/2006/relationships/tags" Target="../tags/tag24.xml"/><Relationship Id="rId29" Type="http://schemas.openxmlformats.org/officeDocument/2006/relationships/tags" Target="../tags/tag25.xml"/><Relationship Id="rId30" Type="http://schemas.openxmlformats.org/officeDocument/2006/relationships/tags" Target="../tags/tag26.xml"/><Relationship Id="rId31" Type="http://schemas.openxmlformats.org/officeDocument/2006/relationships/tags" Target="../tags/tag27.xml"/><Relationship Id="rId32" Type="http://schemas.openxmlformats.org/officeDocument/2006/relationships/tags" Target="../tags/tag28.xml"/><Relationship Id="rId33" Type="http://schemas.openxmlformats.org/officeDocument/2006/relationships/tags" Target="../tags/tag29.xml"/><Relationship Id="rId34" Type="http://schemas.openxmlformats.org/officeDocument/2006/relationships/tags" Target="../tags/tag30.xml"/><Relationship Id="rId35" Type="http://schemas.openxmlformats.org/officeDocument/2006/relationships/tags" Target="../tags/tag31.xml"/><Relationship Id="rId36" Type="http://schemas.openxmlformats.org/officeDocument/2006/relationships/tags" Target="../tags/tag32.xml"/><Relationship Id="rId37" Type="http://schemas.openxmlformats.org/officeDocument/2006/relationships/tags" Target="../tags/tag33.xml"/><Relationship Id="rId38" Type="http://schemas.openxmlformats.org/officeDocument/2006/relationships/tags" Target="../tags/tag34.xml"/><Relationship Id="rId39" Type="http://schemas.openxmlformats.org/officeDocument/2006/relationships/tags" Target="../tags/tag35.xml"/><Relationship Id="rId40" Type="http://schemas.openxmlformats.org/officeDocument/2006/relationships/tags" Target="../tags/tag36.xml"/><Relationship Id="rId41" Type="http://schemas.openxmlformats.org/officeDocument/2006/relationships/tags" Target="../tags/tag37.xml"/><Relationship Id="rId42" Type="http://schemas.openxmlformats.org/officeDocument/2006/relationships/tags" Target="../tags/tag38.xml"/><Relationship Id="rId43" Type="http://schemas.openxmlformats.org/officeDocument/2006/relationships/tags" Target="../tags/tag39.xml"/><Relationship Id="rId44" Type="http://schemas.openxmlformats.org/officeDocument/2006/relationships/tags" Target="../tags/tag40.xml"/><Relationship Id="rId45" Type="http://schemas.openxmlformats.org/officeDocument/2006/relationships/tags" Target="../tags/tag41.xml"/><Relationship Id="rId46" Type="http://schemas.openxmlformats.org/officeDocument/2006/relationships/tags" Target="../tags/tag42.xml"/><Relationship Id="rId47" Type="http://schemas.openxmlformats.org/officeDocument/2006/relationships/tags" Target="../tags/tag43.xml"/><Relationship Id="rId48" Type="http://schemas.openxmlformats.org/officeDocument/2006/relationships/tags" Target="../tags/tag44.xml"/><Relationship Id="rId49" Type="http://schemas.openxmlformats.org/officeDocument/2006/relationships/tags" Target="../tags/tag45.xml"/><Relationship Id="rId50" Type="http://schemas.openxmlformats.org/officeDocument/2006/relationships/tags" Target="../tags/tag46.xml"/><Relationship Id="rId51" Type="http://schemas.openxmlformats.org/officeDocument/2006/relationships/tags" Target="../tags/tag47.xml"/><Relationship Id="rId52" Type="http://schemas.openxmlformats.org/officeDocument/2006/relationships/tags" Target="../tags/tag48.xml"/><Relationship Id="rId53" Type="http://schemas.openxmlformats.org/officeDocument/2006/relationships/tags" Target="../tags/tag49.xml"/><Relationship Id="rId54" Type="http://schemas.openxmlformats.org/officeDocument/2006/relationships/tags" Target="../tags/tag50.xml"/><Relationship Id="rId55" Type="http://schemas.openxmlformats.org/officeDocument/2006/relationships/tags" Target="../tags/tag51.xml"/><Relationship Id="rId56" Type="http://schemas.openxmlformats.org/officeDocument/2006/relationships/tags" Target="../tags/tag52.xml"/><Relationship Id="rId57" Type="http://schemas.openxmlformats.org/officeDocument/2006/relationships/tags" Target="../tags/tag53.xml"/><Relationship Id="rId58" Type="http://schemas.openxmlformats.org/officeDocument/2006/relationships/tags" Target="../tags/tag54.xml"/><Relationship Id="rId59" Type="http://schemas.openxmlformats.org/officeDocument/2006/relationships/tags" Target="../tags/tag55.xml"/><Relationship Id="rId60" Type="http://schemas.openxmlformats.org/officeDocument/2006/relationships/tags" Target="../tags/tag56.xml"/><Relationship Id="rId61" Type="http://schemas.openxmlformats.org/officeDocument/2006/relationships/tags" Target="../tags/tag57.xml"/><Relationship Id="rId62" Type="http://schemas.openxmlformats.org/officeDocument/2006/relationships/tags" Target="../tags/tag58.xml"/><Relationship Id="rId63" Type="http://schemas.openxmlformats.org/officeDocument/2006/relationships/tags" Target="../tags/tag59.xml"/><Relationship Id="rId64" Type="http://schemas.openxmlformats.org/officeDocument/2006/relationships/tags" Target="../tags/tag60.xml"/><Relationship Id="rId65" Type="http://schemas.openxmlformats.org/officeDocument/2006/relationships/tags" Target="../tags/tag61.xml"/><Relationship Id="rId66" Type="http://schemas.openxmlformats.org/officeDocument/2006/relationships/tags" Target="../tags/tag62.xml"/><Relationship Id="rId67" Type="http://schemas.openxmlformats.org/officeDocument/2006/relationships/tags" Target="../tags/tag63.xml"/><Relationship Id="rId68" Type="http://schemas.openxmlformats.org/officeDocument/2006/relationships/tags" Target="../tags/tag64.xml"/><Relationship Id="rId69" Type="http://schemas.openxmlformats.org/officeDocument/2006/relationships/tags" Target="../tags/tag65.xml"/><Relationship Id="rId70" Type="http://schemas.openxmlformats.org/officeDocument/2006/relationships/tags" Target="../tags/tag66.xml"/><Relationship Id="rId71" Type="http://schemas.openxmlformats.org/officeDocument/2006/relationships/tags" Target="../tags/tag67.xml"/><Relationship Id="rId72" Type="http://schemas.openxmlformats.org/officeDocument/2006/relationships/tags" Target="../tags/tag68.xml"/><Relationship Id="rId73" Type="http://schemas.openxmlformats.org/officeDocument/2006/relationships/tags" Target="../tags/tag69.xml"/><Relationship Id="rId74" Type="http://schemas.openxmlformats.org/officeDocument/2006/relationships/tags" Target="../tags/tag70.xml"/><Relationship Id="rId75" Type="http://schemas.openxmlformats.org/officeDocument/2006/relationships/tags" Target="../tags/tag71.xml"/><Relationship Id="rId76" Type="http://schemas.openxmlformats.org/officeDocument/2006/relationships/tags" Target="../tags/tag72.xml"/><Relationship Id="rId77" Type="http://schemas.openxmlformats.org/officeDocument/2006/relationships/tags" Target="../tags/tag73.xml"/><Relationship Id="rId78" Type="http://schemas.openxmlformats.org/officeDocument/2006/relationships/themeOverride" Target="../theme/themeOverride1.xml"/><Relationship Id="rId79" Type="http://schemas.openxmlformats.org/officeDocument/2006/relationships/slideLayout" Target="../slideLayouts/slideLayout3.xml"/><Relationship Id="rId80" Type="http://schemas.openxmlformats.org/officeDocument/2006/relationships/vmlDrawing" Target="../drawings/vmlDrawing2.v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tags" Target="../tags/tag74.xml"/><Relationship Id="rId5" Type="http://schemas.openxmlformats.org/officeDocument/2006/relationships/oleObject" Target="../embeddings/oleObject3.bin"/><Relationship Id="rId6" Type="http://schemas.openxmlformats.org/officeDocument/2006/relationships/image" Target="../media/image6.emf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tags" Target="../tags/tag77.xml"/><Relationship Id="rId10" Type="http://schemas.openxmlformats.org/officeDocument/2006/relationships/tags" Target="../tags/tag78.xml"/><Relationship Id="rId11" Type="http://schemas.openxmlformats.org/officeDocument/2006/relationships/tags" Target="../tags/tag79.xml"/><Relationship Id="rId12" Type="http://schemas.openxmlformats.org/officeDocument/2006/relationships/tags" Target="../tags/tag80.xml"/><Relationship Id="rId13" Type="http://schemas.openxmlformats.org/officeDocument/2006/relationships/tags" Target="../tags/tag81.xml"/><Relationship Id="rId14" Type="http://schemas.openxmlformats.org/officeDocument/2006/relationships/tags" Target="../tags/tag82.xml"/><Relationship Id="rId15" Type="http://schemas.openxmlformats.org/officeDocument/2006/relationships/tags" Target="../tags/tag83.xml"/><Relationship Id="rId16" Type="http://schemas.openxmlformats.org/officeDocument/2006/relationships/tags" Target="../tags/tag84.xml"/><Relationship Id="rId17" Type="http://schemas.openxmlformats.org/officeDocument/2006/relationships/tags" Target="../tags/tag85.xml"/><Relationship Id="rId18" Type="http://schemas.openxmlformats.org/officeDocument/2006/relationships/tags" Target="../tags/tag86.xml"/><Relationship Id="rId19" Type="http://schemas.openxmlformats.org/officeDocument/2006/relationships/tags" Target="../tags/tag87.xml"/><Relationship Id="rId20" Type="http://schemas.openxmlformats.org/officeDocument/2006/relationships/tags" Target="../tags/tag88.xml"/><Relationship Id="rId21" Type="http://schemas.openxmlformats.org/officeDocument/2006/relationships/tags" Target="../tags/tag89.xml"/><Relationship Id="rId22" Type="http://schemas.openxmlformats.org/officeDocument/2006/relationships/tags" Target="../tags/tag90.xml"/><Relationship Id="rId23" Type="http://schemas.openxmlformats.org/officeDocument/2006/relationships/tags" Target="../tags/tag91.xml"/><Relationship Id="rId24" Type="http://schemas.openxmlformats.org/officeDocument/2006/relationships/tags" Target="../tags/tag92.xml"/><Relationship Id="rId25" Type="http://schemas.openxmlformats.org/officeDocument/2006/relationships/tags" Target="../tags/tag93.xml"/><Relationship Id="rId26" Type="http://schemas.openxmlformats.org/officeDocument/2006/relationships/tags" Target="../tags/tag94.xml"/><Relationship Id="rId27" Type="http://schemas.openxmlformats.org/officeDocument/2006/relationships/tags" Target="../tags/tag95.xml"/><Relationship Id="rId28" Type="http://schemas.openxmlformats.org/officeDocument/2006/relationships/tags" Target="../tags/tag96.xml"/><Relationship Id="rId29" Type="http://schemas.openxmlformats.org/officeDocument/2006/relationships/tags" Target="../tags/tag97.xml"/><Relationship Id="rId30" Type="http://schemas.openxmlformats.org/officeDocument/2006/relationships/tags" Target="../tags/tag98.xml"/><Relationship Id="rId31" Type="http://schemas.openxmlformats.org/officeDocument/2006/relationships/tags" Target="../tags/tag99.xml"/><Relationship Id="rId32" Type="http://schemas.openxmlformats.org/officeDocument/2006/relationships/tags" Target="../tags/tag100.xml"/><Relationship Id="rId33" Type="http://schemas.openxmlformats.org/officeDocument/2006/relationships/tags" Target="../tags/tag101.xml"/><Relationship Id="rId34" Type="http://schemas.openxmlformats.org/officeDocument/2006/relationships/tags" Target="../tags/tag102.xml"/><Relationship Id="rId35" Type="http://schemas.openxmlformats.org/officeDocument/2006/relationships/tags" Target="../tags/tag103.xml"/><Relationship Id="rId36" Type="http://schemas.openxmlformats.org/officeDocument/2006/relationships/tags" Target="../tags/tag104.xml"/><Relationship Id="rId37" Type="http://schemas.openxmlformats.org/officeDocument/2006/relationships/tags" Target="../tags/tag105.xml"/><Relationship Id="rId38" Type="http://schemas.openxmlformats.org/officeDocument/2006/relationships/tags" Target="../tags/tag106.xml"/><Relationship Id="rId39" Type="http://schemas.openxmlformats.org/officeDocument/2006/relationships/tags" Target="../tags/tag107.xml"/><Relationship Id="rId40" Type="http://schemas.openxmlformats.org/officeDocument/2006/relationships/tags" Target="../tags/tag108.xml"/><Relationship Id="rId41" Type="http://schemas.openxmlformats.org/officeDocument/2006/relationships/tags" Target="../tags/tag109.xml"/><Relationship Id="rId42" Type="http://schemas.openxmlformats.org/officeDocument/2006/relationships/tags" Target="../tags/tag110.xml"/><Relationship Id="rId43" Type="http://schemas.openxmlformats.org/officeDocument/2006/relationships/tags" Target="../tags/tag111.xml"/><Relationship Id="rId44" Type="http://schemas.openxmlformats.org/officeDocument/2006/relationships/tags" Target="../tags/tag112.xml"/><Relationship Id="rId45" Type="http://schemas.openxmlformats.org/officeDocument/2006/relationships/tags" Target="../tags/tag113.xml"/><Relationship Id="rId46" Type="http://schemas.openxmlformats.org/officeDocument/2006/relationships/tags" Target="../tags/tag114.xml"/><Relationship Id="rId47" Type="http://schemas.openxmlformats.org/officeDocument/2006/relationships/tags" Target="../tags/tag115.xml"/><Relationship Id="rId48" Type="http://schemas.openxmlformats.org/officeDocument/2006/relationships/tags" Target="../tags/tag116.xml"/><Relationship Id="rId49" Type="http://schemas.openxmlformats.org/officeDocument/2006/relationships/tags" Target="../tags/tag117.xml"/><Relationship Id="rId50" Type="http://schemas.openxmlformats.org/officeDocument/2006/relationships/tags" Target="../tags/tag118.xml"/><Relationship Id="rId51" Type="http://schemas.openxmlformats.org/officeDocument/2006/relationships/tags" Target="../tags/tag119.xml"/><Relationship Id="rId52" Type="http://schemas.openxmlformats.org/officeDocument/2006/relationships/tags" Target="../tags/tag120.xml"/><Relationship Id="rId53" Type="http://schemas.openxmlformats.org/officeDocument/2006/relationships/tags" Target="../tags/tag121.xml"/><Relationship Id="rId54" Type="http://schemas.openxmlformats.org/officeDocument/2006/relationships/tags" Target="../tags/tag122.xml"/><Relationship Id="rId55" Type="http://schemas.openxmlformats.org/officeDocument/2006/relationships/tags" Target="../tags/tag123.xml"/><Relationship Id="rId56" Type="http://schemas.openxmlformats.org/officeDocument/2006/relationships/tags" Target="../tags/tag124.xml"/><Relationship Id="rId57" Type="http://schemas.openxmlformats.org/officeDocument/2006/relationships/tags" Target="../tags/tag125.xml"/><Relationship Id="rId58" Type="http://schemas.openxmlformats.org/officeDocument/2006/relationships/tags" Target="../tags/tag126.xml"/><Relationship Id="rId59" Type="http://schemas.openxmlformats.org/officeDocument/2006/relationships/tags" Target="../tags/tag127.xml"/><Relationship Id="rId60" Type="http://schemas.openxmlformats.org/officeDocument/2006/relationships/tags" Target="../tags/tag128.xml"/><Relationship Id="rId61" Type="http://schemas.openxmlformats.org/officeDocument/2006/relationships/tags" Target="../tags/tag129.xml"/><Relationship Id="rId62" Type="http://schemas.openxmlformats.org/officeDocument/2006/relationships/tags" Target="../tags/tag130.xml"/><Relationship Id="rId63" Type="http://schemas.openxmlformats.org/officeDocument/2006/relationships/tags" Target="../tags/tag131.xml"/><Relationship Id="rId64" Type="http://schemas.openxmlformats.org/officeDocument/2006/relationships/tags" Target="../tags/tag132.xml"/><Relationship Id="rId65" Type="http://schemas.openxmlformats.org/officeDocument/2006/relationships/tags" Target="../tags/tag133.xml"/><Relationship Id="rId66" Type="http://schemas.openxmlformats.org/officeDocument/2006/relationships/tags" Target="../tags/tag134.xml"/><Relationship Id="rId67" Type="http://schemas.openxmlformats.org/officeDocument/2006/relationships/tags" Target="../tags/tag135.xml"/><Relationship Id="rId68" Type="http://schemas.openxmlformats.org/officeDocument/2006/relationships/tags" Target="../tags/tag136.xml"/><Relationship Id="rId69" Type="http://schemas.openxmlformats.org/officeDocument/2006/relationships/tags" Target="../tags/tag137.xml"/><Relationship Id="rId70" Type="http://schemas.openxmlformats.org/officeDocument/2006/relationships/tags" Target="../tags/tag138.xml"/><Relationship Id="rId71" Type="http://schemas.openxmlformats.org/officeDocument/2006/relationships/tags" Target="../tags/tag139.xml"/><Relationship Id="rId72" Type="http://schemas.openxmlformats.org/officeDocument/2006/relationships/tags" Target="../tags/tag140.xml"/><Relationship Id="rId73" Type="http://schemas.openxmlformats.org/officeDocument/2006/relationships/tags" Target="../tags/tag141.xml"/><Relationship Id="rId74" Type="http://schemas.openxmlformats.org/officeDocument/2006/relationships/tags" Target="../tags/tag142.xml"/><Relationship Id="rId75" Type="http://schemas.openxmlformats.org/officeDocument/2006/relationships/tags" Target="../tags/tag143.xml"/><Relationship Id="rId76" Type="http://schemas.openxmlformats.org/officeDocument/2006/relationships/tags" Target="../tags/tag144.xml"/><Relationship Id="rId77" Type="http://schemas.openxmlformats.org/officeDocument/2006/relationships/tags" Target="../tags/tag145.xml"/><Relationship Id="rId78" Type="http://schemas.openxmlformats.org/officeDocument/2006/relationships/tags" Target="../tags/tag146.xml"/><Relationship Id="rId79" Type="http://schemas.openxmlformats.org/officeDocument/2006/relationships/tags" Target="../tags/tag147.xml"/><Relationship Id="rId80" Type="http://schemas.openxmlformats.org/officeDocument/2006/relationships/tags" Target="../tags/tag148.xml"/><Relationship Id="rId81" Type="http://schemas.openxmlformats.org/officeDocument/2006/relationships/tags" Target="../tags/tag149.xml"/><Relationship Id="rId82" Type="http://schemas.openxmlformats.org/officeDocument/2006/relationships/tags" Target="../tags/tag150.xml"/><Relationship Id="rId83" Type="http://schemas.openxmlformats.org/officeDocument/2006/relationships/tags" Target="../tags/tag151.xml"/><Relationship Id="rId84" Type="http://schemas.openxmlformats.org/officeDocument/2006/relationships/tags" Target="../tags/tag152.xml"/><Relationship Id="rId85" Type="http://schemas.openxmlformats.org/officeDocument/2006/relationships/tags" Target="../tags/tag153.xml"/><Relationship Id="rId86" Type="http://schemas.openxmlformats.org/officeDocument/2006/relationships/tags" Target="../tags/tag154.xml"/><Relationship Id="rId87" Type="http://schemas.openxmlformats.org/officeDocument/2006/relationships/tags" Target="../tags/tag155.xml"/><Relationship Id="rId88" Type="http://schemas.openxmlformats.org/officeDocument/2006/relationships/tags" Target="../tags/tag156.xml"/><Relationship Id="rId89" Type="http://schemas.openxmlformats.org/officeDocument/2006/relationships/tags" Target="../tags/tag157.xml"/><Relationship Id="rId90" Type="http://schemas.openxmlformats.org/officeDocument/2006/relationships/tags" Target="../tags/tag158.xml"/><Relationship Id="rId91" Type="http://schemas.openxmlformats.org/officeDocument/2006/relationships/slideLayout" Target="../slideLayouts/slideLayout3.xml"/><Relationship Id="rId92" Type="http://schemas.openxmlformats.org/officeDocument/2006/relationships/vmlDrawing" Target="../drawings/vmlDrawing3.v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tags" Target="../tags/tag159.xml"/><Relationship Id="rId5" Type="http://schemas.openxmlformats.org/officeDocument/2006/relationships/oleObject" Target="../embeddings/oleObject4.bin"/><Relationship Id="rId6" Type="http://schemas.openxmlformats.org/officeDocument/2006/relationships/image" Target="../media/image6.emf"/><Relationship Id="rId7" Type="http://schemas.openxmlformats.org/officeDocument/2006/relationships/tags" Target="../tags/tag160.xml"/><Relationship Id="rId8" Type="http://schemas.openxmlformats.org/officeDocument/2006/relationships/tags" Target="../tags/tag161.xml"/><Relationship Id="rId9" Type="http://schemas.openxmlformats.org/officeDocument/2006/relationships/tags" Target="../tags/tag162.xml"/><Relationship Id="rId10" Type="http://schemas.openxmlformats.org/officeDocument/2006/relationships/tags" Target="../tags/tag163.xml"/><Relationship Id="rId11" Type="http://schemas.openxmlformats.org/officeDocument/2006/relationships/tags" Target="../tags/tag164.xml"/><Relationship Id="rId12" Type="http://schemas.openxmlformats.org/officeDocument/2006/relationships/tags" Target="../tags/tag165.xml"/><Relationship Id="rId13" Type="http://schemas.openxmlformats.org/officeDocument/2006/relationships/tags" Target="../tags/tag166.xml"/><Relationship Id="rId14" Type="http://schemas.openxmlformats.org/officeDocument/2006/relationships/tags" Target="../tags/tag167.xml"/><Relationship Id="rId15" Type="http://schemas.openxmlformats.org/officeDocument/2006/relationships/tags" Target="../tags/tag168.xml"/><Relationship Id="rId16" Type="http://schemas.openxmlformats.org/officeDocument/2006/relationships/tags" Target="../tags/tag169.xml"/><Relationship Id="rId17" Type="http://schemas.openxmlformats.org/officeDocument/2006/relationships/tags" Target="../tags/tag170.xml"/><Relationship Id="rId18" Type="http://schemas.openxmlformats.org/officeDocument/2006/relationships/tags" Target="../tags/tag171.xml"/><Relationship Id="rId19" Type="http://schemas.openxmlformats.org/officeDocument/2006/relationships/tags" Target="../tags/tag172.xml"/><Relationship Id="rId20" Type="http://schemas.openxmlformats.org/officeDocument/2006/relationships/tags" Target="../tags/tag173.xml"/><Relationship Id="rId21" Type="http://schemas.openxmlformats.org/officeDocument/2006/relationships/tags" Target="../tags/tag174.xml"/><Relationship Id="rId22" Type="http://schemas.openxmlformats.org/officeDocument/2006/relationships/tags" Target="../tags/tag175.xml"/><Relationship Id="rId23" Type="http://schemas.openxmlformats.org/officeDocument/2006/relationships/tags" Target="../tags/tag176.xml"/><Relationship Id="rId24" Type="http://schemas.openxmlformats.org/officeDocument/2006/relationships/tags" Target="../tags/tag177.xml"/><Relationship Id="rId25" Type="http://schemas.openxmlformats.org/officeDocument/2006/relationships/tags" Target="../tags/tag178.xml"/><Relationship Id="rId26" Type="http://schemas.openxmlformats.org/officeDocument/2006/relationships/tags" Target="../tags/tag179.xml"/><Relationship Id="rId27" Type="http://schemas.openxmlformats.org/officeDocument/2006/relationships/tags" Target="../tags/tag180.xml"/><Relationship Id="rId28" Type="http://schemas.openxmlformats.org/officeDocument/2006/relationships/tags" Target="../tags/tag181.xml"/><Relationship Id="rId29" Type="http://schemas.openxmlformats.org/officeDocument/2006/relationships/tags" Target="../tags/tag182.xml"/><Relationship Id="rId30" Type="http://schemas.openxmlformats.org/officeDocument/2006/relationships/tags" Target="../tags/tag183.xml"/><Relationship Id="rId31" Type="http://schemas.openxmlformats.org/officeDocument/2006/relationships/tags" Target="../tags/tag184.xml"/><Relationship Id="rId32" Type="http://schemas.openxmlformats.org/officeDocument/2006/relationships/tags" Target="../tags/tag185.xml"/><Relationship Id="rId33" Type="http://schemas.openxmlformats.org/officeDocument/2006/relationships/tags" Target="../tags/tag186.xml"/><Relationship Id="rId34" Type="http://schemas.openxmlformats.org/officeDocument/2006/relationships/tags" Target="../tags/tag187.xml"/><Relationship Id="rId35" Type="http://schemas.openxmlformats.org/officeDocument/2006/relationships/tags" Target="../tags/tag188.xml"/><Relationship Id="rId36" Type="http://schemas.openxmlformats.org/officeDocument/2006/relationships/tags" Target="../tags/tag189.xml"/><Relationship Id="rId37" Type="http://schemas.openxmlformats.org/officeDocument/2006/relationships/tags" Target="../tags/tag190.xml"/><Relationship Id="rId38" Type="http://schemas.openxmlformats.org/officeDocument/2006/relationships/tags" Target="../tags/tag191.xml"/><Relationship Id="rId39" Type="http://schemas.openxmlformats.org/officeDocument/2006/relationships/tags" Target="../tags/tag192.xml"/><Relationship Id="rId40" Type="http://schemas.openxmlformats.org/officeDocument/2006/relationships/tags" Target="../tags/tag193.xml"/><Relationship Id="rId41" Type="http://schemas.openxmlformats.org/officeDocument/2006/relationships/tags" Target="../tags/tag194.xml"/><Relationship Id="rId42" Type="http://schemas.openxmlformats.org/officeDocument/2006/relationships/tags" Target="../tags/tag195.xml"/><Relationship Id="rId43" Type="http://schemas.openxmlformats.org/officeDocument/2006/relationships/tags" Target="../tags/tag196.xml"/><Relationship Id="rId44" Type="http://schemas.openxmlformats.org/officeDocument/2006/relationships/tags" Target="../tags/tag197.xml"/><Relationship Id="rId45" Type="http://schemas.openxmlformats.org/officeDocument/2006/relationships/tags" Target="../tags/tag198.xml"/><Relationship Id="rId46" Type="http://schemas.openxmlformats.org/officeDocument/2006/relationships/tags" Target="../tags/tag199.xml"/><Relationship Id="rId47" Type="http://schemas.openxmlformats.org/officeDocument/2006/relationships/tags" Target="../tags/tag200.xml"/><Relationship Id="rId48" Type="http://schemas.openxmlformats.org/officeDocument/2006/relationships/tags" Target="../tags/tag201.xml"/><Relationship Id="rId49" Type="http://schemas.openxmlformats.org/officeDocument/2006/relationships/tags" Target="../tags/tag202.xml"/><Relationship Id="rId50" Type="http://schemas.openxmlformats.org/officeDocument/2006/relationships/tags" Target="../tags/tag203.xml"/><Relationship Id="rId51" Type="http://schemas.openxmlformats.org/officeDocument/2006/relationships/tags" Target="../tags/tag204.xml"/><Relationship Id="rId52" Type="http://schemas.openxmlformats.org/officeDocument/2006/relationships/tags" Target="../tags/tag205.xml"/><Relationship Id="rId53" Type="http://schemas.openxmlformats.org/officeDocument/2006/relationships/tags" Target="../tags/tag206.xml"/><Relationship Id="rId54" Type="http://schemas.openxmlformats.org/officeDocument/2006/relationships/tags" Target="../tags/tag207.xml"/><Relationship Id="rId55" Type="http://schemas.openxmlformats.org/officeDocument/2006/relationships/tags" Target="../tags/tag208.xml"/><Relationship Id="rId56" Type="http://schemas.openxmlformats.org/officeDocument/2006/relationships/tags" Target="../tags/tag209.xml"/><Relationship Id="rId57" Type="http://schemas.openxmlformats.org/officeDocument/2006/relationships/tags" Target="../tags/tag210.xml"/><Relationship Id="rId58" Type="http://schemas.openxmlformats.org/officeDocument/2006/relationships/tags" Target="../tags/tag211.xml"/><Relationship Id="rId59" Type="http://schemas.openxmlformats.org/officeDocument/2006/relationships/tags" Target="../tags/tag212.xml"/><Relationship Id="rId60" Type="http://schemas.openxmlformats.org/officeDocument/2006/relationships/tags" Target="../tags/tag213.xml"/><Relationship Id="rId61" Type="http://schemas.openxmlformats.org/officeDocument/2006/relationships/tags" Target="../tags/tag214.xml"/><Relationship Id="rId62" Type="http://schemas.openxmlformats.org/officeDocument/2006/relationships/tags" Target="../tags/tag215.xml"/><Relationship Id="rId63" Type="http://schemas.openxmlformats.org/officeDocument/2006/relationships/slideLayout" Target="../slideLayouts/slideLayout3.xml"/><Relationship Id="rId64" Type="http://schemas.openxmlformats.org/officeDocument/2006/relationships/vmlDrawing" Target="../drawings/vmlDrawing4.v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tags" Target="../tags/tag216.xml"/><Relationship Id="rId5" Type="http://schemas.openxmlformats.org/officeDocument/2006/relationships/oleObject" Target="../embeddings/oleObject5.bin"/><Relationship Id="rId6" Type="http://schemas.openxmlformats.org/officeDocument/2006/relationships/image" Target="../media/image6.emf"/><Relationship Id="rId7" Type="http://schemas.openxmlformats.org/officeDocument/2006/relationships/tags" Target="../tags/tag217.xml"/><Relationship Id="rId8" Type="http://schemas.openxmlformats.org/officeDocument/2006/relationships/tags" Target="../tags/tag218.xml"/><Relationship Id="rId9" Type="http://schemas.openxmlformats.org/officeDocument/2006/relationships/tags" Target="../tags/tag219.xml"/><Relationship Id="rId10" Type="http://schemas.openxmlformats.org/officeDocument/2006/relationships/tags" Target="../tags/tag220.xml"/><Relationship Id="rId11" Type="http://schemas.openxmlformats.org/officeDocument/2006/relationships/tags" Target="../tags/tag221.xml"/><Relationship Id="rId12" Type="http://schemas.openxmlformats.org/officeDocument/2006/relationships/tags" Target="../tags/tag222.xml"/><Relationship Id="rId13" Type="http://schemas.openxmlformats.org/officeDocument/2006/relationships/tags" Target="../tags/tag223.xml"/><Relationship Id="rId14" Type="http://schemas.openxmlformats.org/officeDocument/2006/relationships/tags" Target="../tags/tag224.xml"/><Relationship Id="rId15" Type="http://schemas.openxmlformats.org/officeDocument/2006/relationships/tags" Target="../tags/tag225.xml"/><Relationship Id="rId16" Type="http://schemas.openxmlformats.org/officeDocument/2006/relationships/tags" Target="../tags/tag226.xml"/><Relationship Id="rId17" Type="http://schemas.openxmlformats.org/officeDocument/2006/relationships/tags" Target="../tags/tag227.xml"/><Relationship Id="rId18" Type="http://schemas.openxmlformats.org/officeDocument/2006/relationships/tags" Target="../tags/tag228.xml"/><Relationship Id="rId19" Type="http://schemas.openxmlformats.org/officeDocument/2006/relationships/tags" Target="../tags/tag229.xml"/><Relationship Id="rId20" Type="http://schemas.openxmlformats.org/officeDocument/2006/relationships/tags" Target="../tags/tag230.xml"/><Relationship Id="rId21" Type="http://schemas.openxmlformats.org/officeDocument/2006/relationships/tags" Target="../tags/tag231.xml"/><Relationship Id="rId22" Type="http://schemas.openxmlformats.org/officeDocument/2006/relationships/tags" Target="../tags/tag232.xml"/><Relationship Id="rId23" Type="http://schemas.openxmlformats.org/officeDocument/2006/relationships/tags" Target="../tags/tag233.xml"/><Relationship Id="rId24" Type="http://schemas.openxmlformats.org/officeDocument/2006/relationships/tags" Target="../tags/tag234.xml"/><Relationship Id="rId25" Type="http://schemas.openxmlformats.org/officeDocument/2006/relationships/tags" Target="../tags/tag235.xml"/><Relationship Id="rId26" Type="http://schemas.openxmlformats.org/officeDocument/2006/relationships/tags" Target="../tags/tag236.xml"/><Relationship Id="rId27" Type="http://schemas.openxmlformats.org/officeDocument/2006/relationships/tags" Target="../tags/tag237.xml"/><Relationship Id="rId28" Type="http://schemas.openxmlformats.org/officeDocument/2006/relationships/tags" Target="../tags/tag238.xml"/><Relationship Id="rId29" Type="http://schemas.openxmlformats.org/officeDocument/2006/relationships/tags" Target="../tags/tag239.xml"/><Relationship Id="rId30" Type="http://schemas.openxmlformats.org/officeDocument/2006/relationships/tags" Target="../tags/tag240.xml"/><Relationship Id="rId31" Type="http://schemas.openxmlformats.org/officeDocument/2006/relationships/tags" Target="../tags/tag241.xml"/><Relationship Id="rId32" Type="http://schemas.openxmlformats.org/officeDocument/2006/relationships/tags" Target="../tags/tag242.xml"/><Relationship Id="rId33" Type="http://schemas.openxmlformats.org/officeDocument/2006/relationships/tags" Target="../tags/tag243.xml"/><Relationship Id="rId34" Type="http://schemas.openxmlformats.org/officeDocument/2006/relationships/tags" Target="../tags/tag244.xml"/><Relationship Id="rId35" Type="http://schemas.openxmlformats.org/officeDocument/2006/relationships/tags" Target="../tags/tag245.xml"/><Relationship Id="rId36" Type="http://schemas.openxmlformats.org/officeDocument/2006/relationships/tags" Target="../tags/tag246.xml"/><Relationship Id="rId37" Type="http://schemas.openxmlformats.org/officeDocument/2006/relationships/tags" Target="../tags/tag247.xml"/><Relationship Id="rId38" Type="http://schemas.openxmlformats.org/officeDocument/2006/relationships/tags" Target="../tags/tag248.xml"/><Relationship Id="rId39" Type="http://schemas.openxmlformats.org/officeDocument/2006/relationships/tags" Target="../tags/tag249.xml"/><Relationship Id="rId40" Type="http://schemas.openxmlformats.org/officeDocument/2006/relationships/tags" Target="../tags/tag250.xml"/><Relationship Id="rId41" Type="http://schemas.openxmlformats.org/officeDocument/2006/relationships/tags" Target="../tags/tag251.xml"/><Relationship Id="rId42" Type="http://schemas.openxmlformats.org/officeDocument/2006/relationships/tags" Target="../tags/tag252.xml"/><Relationship Id="rId43" Type="http://schemas.openxmlformats.org/officeDocument/2006/relationships/tags" Target="../tags/tag253.xml"/><Relationship Id="rId44" Type="http://schemas.openxmlformats.org/officeDocument/2006/relationships/tags" Target="../tags/tag254.xml"/><Relationship Id="rId45" Type="http://schemas.openxmlformats.org/officeDocument/2006/relationships/tags" Target="../tags/tag255.xml"/><Relationship Id="rId46" Type="http://schemas.openxmlformats.org/officeDocument/2006/relationships/tags" Target="../tags/tag256.xml"/><Relationship Id="rId47" Type="http://schemas.openxmlformats.org/officeDocument/2006/relationships/tags" Target="../tags/tag257.xml"/><Relationship Id="rId48" Type="http://schemas.openxmlformats.org/officeDocument/2006/relationships/tags" Target="../tags/tag258.xml"/><Relationship Id="rId49" Type="http://schemas.openxmlformats.org/officeDocument/2006/relationships/tags" Target="../tags/tag259.xml"/><Relationship Id="rId50" Type="http://schemas.openxmlformats.org/officeDocument/2006/relationships/tags" Target="../tags/tag260.xml"/><Relationship Id="rId51" Type="http://schemas.openxmlformats.org/officeDocument/2006/relationships/tags" Target="../tags/tag261.xml"/><Relationship Id="rId52" Type="http://schemas.openxmlformats.org/officeDocument/2006/relationships/tags" Target="../tags/tag262.xml"/><Relationship Id="rId53" Type="http://schemas.openxmlformats.org/officeDocument/2006/relationships/slideLayout" Target="../slideLayouts/slideLayout3.xml"/><Relationship Id="rId54" Type="http://schemas.openxmlformats.org/officeDocument/2006/relationships/vmlDrawing" Target="../drawings/vmlDrawing5.v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3.xml"/><Relationship Id="rId2" Type="http://schemas.openxmlformats.org/officeDocument/2006/relationships/chart" Target="../charts/chart14.xml"/><Relationship Id="rId3" Type="http://schemas.openxmlformats.org/officeDocument/2006/relationships/chart" Target="../charts/chart15.xml"/><Relationship Id="rId4" Type="http://schemas.openxmlformats.org/officeDocument/2006/relationships/tags" Target="../tags/tag263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6.emf"/><Relationship Id="rId7" Type="http://schemas.openxmlformats.org/officeDocument/2006/relationships/tags" Target="../tags/tag264.xml"/><Relationship Id="rId8" Type="http://schemas.openxmlformats.org/officeDocument/2006/relationships/tags" Target="../tags/tag265.xml"/><Relationship Id="rId9" Type="http://schemas.openxmlformats.org/officeDocument/2006/relationships/tags" Target="../tags/tag266.xml"/><Relationship Id="rId10" Type="http://schemas.openxmlformats.org/officeDocument/2006/relationships/tags" Target="../tags/tag267.xml"/><Relationship Id="rId11" Type="http://schemas.openxmlformats.org/officeDocument/2006/relationships/tags" Target="../tags/tag268.xml"/><Relationship Id="rId12" Type="http://schemas.openxmlformats.org/officeDocument/2006/relationships/tags" Target="../tags/tag269.xml"/><Relationship Id="rId13" Type="http://schemas.openxmlformats.org/officeDocument/2006/relationships/tags" Target="../tags/tag270.xml"/><Relationship Id="rId14" Type="http://schemas.openxmlformats.org/officeDocument/2006/relationships/tags" Target="../tags/tag271.xml"/><Relationship Id="rId15" Type="http://schemas.openxmlformats.org/officeDocument/2006/relationships/tags" Target="../tags/tag272.xml"/><Relationship Id="rId16" Type="http://schemas.openxmlformats.org/officeDocument/2006/relationships/tags" Target="../tags/tag273.xml"/><Relationship Id="rId17" Type="http://schemas.openxmlformats.org/officeDocument/2006/relationships/tags" Target="../tags/tag274.xml"/><Relationship Id="rId18" Type="http://schemas.openxmlformats.org/officeDocument/2006/relationships/tags" Target="../tags/tag275.xml"/><Relationship Id="rId19" Type="http://schemas.openxmlformats.org/officeDocument/2006/relationships/tags" Target="../tags/tag276.xml"/><Relationship Id="rId20" Type="http://schemas.openxmlformats.org/officeDocument/2006/relationships/tags" Target="../tags/tag277.xml"/><Relationship Id="rId21" Type="http://schemas.openxmlformats.org/officeDocument/2006/relationships/tags" Target="../tags/tag278.xml"/><Relationship Id="rId22" Type="http://schemas.openxmlformats.org/officeDocument/2006/relationships/tags" Target="../tags/tag279.xml"/><Relationship Id="rId23" Type="http://schemas.openxmlformats.org/officeDocument/2006/relationships/tags" Target="../tags/tag280.xml"/><Relationship Id="rId24" Type="http://schemas.openxmlformats.org/officeDocument/2006/relationships/tags" Target="../tags/tag281.xml"/><Relationship Id="rId25" Type="http://schemas.openxmlformats.org/officeDocument/2006/relationships/tags" Target="../tags/tag282.xml"/><Relationship Id="rId26" Type="http://schemas.openxmlformats.org/officeDocument/2006/relationships/tags" Target="../tags/tag283.xml"/><Relationship Id="rId27" Type="http://schemas.openxmlformats.org/officeDocument/2006/relationships/tags" Target="../tags/tag284.xml"/><Relationship Id="rId28" Type="http://schemas.openxmlformats.org/officeDocument/2006/relationships/tags" Target="../tags/tag285.xml"/><Relationship Id="rId29" Type="http://schemas.openxmlformats.org/officeDocument/2006/relationships/tags" Target="../tags/tag286.xml"/><Relationship Id="rId30" Type="http://schemas.openxmlformats.org/officeDocument/2006/relationships/tags" Target="../tags/tag287.xml"/><Relationship Id="rId31" Type="http://schemas.openxmlformats.org/officeDocument/2006/relationships/tags" Target="../tags/tag288.xml"/><Relationship Id="rId32" Type="http://schemas.openxmlformats.org/officeDocument/2006/relationships/tags" Target="../tags/tag289.xml"/><Relationship Id="rId33" Type="http://schemas.openxmlformats.org/officeDocument/2006/relationships/tags" Target="../tags/tag290.xml"/><Relationship Id="rId34" Type="http://schemas.openxmlformats.org/officeDocument/2006/relationships/tags" Target="../tags/tag291.xml"/><Relationship Id="rId35" Type="http://schemas.openxmlformats.org/officeDocument/2006/relationships/tags" Target="../tags/tag292.xml"/><Relationship Id="rId36" Type="http://schemas.openxmlformats.org/officeDocument/2006/relationships/tags" Target="../tags/tag293.xml"/><Relationship Id="rId37" Type="http://schemas.openxmlformats.org/officeDocument/2006/relationships/tags" Target="../tags/tag294.xml"/><Relationship Id="rId38" Type="http://schemas.openxmlformats.org/officeDocument/2006/relationships/tags" Target="../tags/tag295.xml"/><Relationship Id="rId39" Type="http://schemas.openxmlformats.org/officeDocument/2006/relationships/tags" Target="../tags/tag296.xml"/><Relationship Id="rId40" Type="http://schemas.openxmlformats.org/officeDocument/2006/relationships/tags" Target="../tags/tag297.xml"/><Relationship Id="rId41" Type="http://schemas.openxmlformats.org/officeDocument/2006/relationships/tags" Target="../tags/tag298.xml"/><Relationship Id="rId42" Type="http://schemas.openxmlformats.org/officeDocument/2006/relationships/tags" Target="../tags/tag299.xml"/><Relationship Id="rId43" Type="http://schemas.openxmlformats.org/officeDocument/2006/relationships/slideLayout" Target="../slideLayouts/slideLayout3.xml"/><Relationship Id="rId44" Type="http://schemas.openxmlformats.org/officeDocument/2006/relationships/vmlDrawing" Target="../drawings/vmlDrawing6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57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showAsIcon="1" r:id="rId5" imgW="5080" imgH="5080" progId="TCLayout.ActiveDocument.1">
                  <p:embed/>
                </p:oleObj>
              </mc:Choice>
              <mc:Fallback>
                <p:oleObj name="think-cell 幻灯片" showAsIcon="1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771" name="标题 1"/>
          <p:cNvSpPr>
            <a:spLocks noGrp="1"/>
          </p:cNvSpPr>
          <p:nvPr>
            <p:ph type="title"/>
          </p:nvPr>
        </p:nvSpPr>
        <p:spPr>
          <a:xfrm>
            <a:off x="462110" y="416447"/>
            <a:ext cx="10674203" cy="4006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2.1 车型类别：SUV市场同比降幅相对较小，交叉型乘用车市场同比承压</a:t>
            </a:r>
            <a:r>
              <a:rPr lang="zh-CN" altLang="en-US" b="1"/>
              <a:t/>
            </a:r>
            <a:endParaRPr lang="zh-CN" altLang="en-US" b="1" dirty="0"/>
          </a:p>
        </p:txBody>
      </p:sp>
      <p:sp>
        <p:nvSpPr>
          <p:cNvPr id="1048772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830997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2026年6月，SUV同比-12.6%，在本层级中表现相对较好；交叉型乘用车同比-41.7%，是当前主要拖累项。当前验数表可支撑结构变化判断；具体产品、政策和品牌驱动需结合车型明细与公开证据进一步核验。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773" name="矩形 54"/>
          <p:cNvSpPr/>
          <p:nvPr/>
        </p:nvSpPr>
        <p:spPr>
          <a:xfrm>
            <a:off x="689943" y="2267946"/>
            <a:ext cx="5412407" cy="418524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774" name="文本占位符 12"/>
          <p:cNvSpPr txBox="1"/>
          <p:nvPr/>
        </p:nvSpPr>
        <p:spPr bwMode="auto">
          <a:xfrm>
            <a:off x="701748" y="1890175"/>
            <a:ext cx="5642899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2026年6月分车型类别市场表现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lang="en-US" altLang="zh-CN" b="1">
                <a:solidFill>
                  <a:srgbClr val="000000"/>
                </a:solidFill>
              </a:rPr>
              <a:t/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75" name="文本占位符 12"/>
          <p:cNvSpPr txBox="1"/>
          <p:nvPr/>
        </p:nvSpPr>
        <p:spPr bwMode="auto">
          <a:xfrm>
            <a:off x="6623757" y="1891453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年分车型类别份额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58" name="表格 57"/>
          <p:cNvGraphicFramePr>
            <a:graphicFrameLocks noGrp="1"/>
          </p:cNvGraphicFramePr>
          <p:nvPr/>
        </p:nvGraphicFramePr>
        <p:xfrm>
          <a:off x="702858" y="4156779"/>
          <a:ext cx="5393142" cy="277099"/>
        </p:xfrm>
        <a:graphic>
          <a:graphicData uri="http://schemas.openxmlformats.org/drawingml/2006/table">
            <a:tbl>
              <a:tblPr firstRow="1" bandRow="1"/>
              <a:tblGrid>
                <a:gridCol w="586453"/>
                <a:gridCol w="1002264"/>
                <a:gridCol w="1260854"/>
                <a:gridCol w="1307994"/>
                <a:gridCol w="1235577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11.8%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13.3%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15.8%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776" name="文本占位符 12"/>
          <p:cNvSpPr txBox="1"/>
          <p:nvPr/>
        </p:nvSpPr>
        <p:spPr bwMode="auto">
          <a:xfrm>
            <a:off x="728034" y="2285367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77" name="文本占位符 5"/>
          <p:cNvSpPr txBox="1"/>
          <p:nvPr/>
        </p:nvSpPr>
        <p:spPr>
          <a:xfrm>
            <a:off x="661298" y="6498936"/>
            <a:ext cx="6670680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数据来源：中汽数据有限公司终端零售数据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59" name="Chart 3"/>
          <p:cNvGraphicFramePr/>
          <p:nvPr>
            <p:custDataLst>
              <p:tags r:id="rId7"/>
            </p:custDataLst>
          </p:nvPr>
        </p:nvGraphicFramePr>
        <p:xfrm>
          <a:off x="1065213" y="2613025"/>
          <a:ext cx="5119687" cy="1462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780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544638" y="26304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1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544638" y="263048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2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1987550" y="2630488"/>
            <a:ext cx="0" cy="4175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3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2782888" y="25527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4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2782888" y="2552700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5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3225800" y="2552700"/>
            <a:ext cx="0" cy="2873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6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4022725" y="3324225"/>
            <a:ext cx="0" cy="2317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7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4022725" y="3324225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8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4465638" y="332422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9" name="直接连接符 126"/>
          <p:cNvCxnSpPr/>
          <p:nvPr>
            <p:custDataLst>
              <p:tags r:id="rId17"/>
            </p:custDataLst>
          </p:nvPr>
        </p:nvCxnSpPr>
        <p:spPr bwMode="auto">
          <a:xfrm flipV="1">
            <a:off x="5260975" y="3379788"/>
            <a:ext cx="0" cy="2555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0" name="直接连接符 191"/>
          <p:cNvCxnSpPr/>
          <p:nvPr>
            <p:custDataLst>
              <p:tags r:id="rId18"/>
            </p:custDataLst>
          </p:nvPr>
        </p:nvCxnSpPr>
        <p:spPr bwMode="auto">
          <a:xfrm>
            <a:off x="5260975" y="337978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1" name="直接连接符 192"/>
          <p:cNvCxnSpPr/>
          <p:nvPr>
            <p:custDataLst>
              <p:tags r:id="rId19"/>
            </p:custDataLst>
          </p:nvPr>
        </p:nvCxnSpPr>
        <p:spPr bwMode="auto">
          <a:xfrm>
            <a:off x="5703888" y="337978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778" name="矩形 198"/>
          <p:cNvSpPr/>
          <p:nvPr>
            <p:custDataLst>
              <p:tags r:id="rId20"/>
            </p:custDataLst>
          </p:nvPr>
        </p:nvSpPr>
        <p:spPr bwMode="auto">
          <a:xfrm>
            <a:off x="1633538" y="3892550"/>
            <a:ext cx="266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7E65C8A-AF7C-40AD-AB4F-F09C979DB895}" type="datetime'''''''轿''''''''''''''''车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79" name="矩形 199"/>
          <p:cNvSpPr/>
          <p:nvPr>
            <p:custDataLst>
              <p:tags r:id="rId21"/>
            </p:custDataLst>
          </p:nvPr>
        </p:nvSpPr>
        <p:spPr bwMode="auto">
          <a:xfrm>
            <a:off x="2871788" y="3892550"/>
            <a:ext cx="266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F96DAC0-CA49-4E25-BA57-0C6C8AD76809}" type="datetime'''''''''''''''SU''''''''''''''V''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0" name="矩形 201"/>
          <p:cNvSpPr/>
          <p:nvPr>
            <p:custDataLst>
              <p:tags r:id="rId22"/>
            </p:custDataLst>
          </p:nvPr>
        </p:nvSpPr>
        <p:spPr bwMode="auto">
          <a:xfrm>
            <a:off x="4095750" y="3892550"/>
            <a:ext cx="3000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1A7F256-5597-498C-9338-51FE90FC6D3D}" type="datetime'''''''''''''''''''''''M''''''''''''''''P''''''''''''''''V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1" name="矩形 197"/>
          <p:cNvSpPr/>
          <p:nvPr>
            <p:custDataLst>
              <p:tags r:id="rId23"/>
            </p:custDataLst>
          </p:nvPr>
        </p:nvSpPr>
        <p:spPr bwMode="auto">
          <a:xfrm>
            <a:off x="5095875" y="3892550"/>
            <a:ext cx="774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7A025EE-B13E-40B5-A2EC-6D0712534EB4}" type="datetime'''''''''''''''''''''''''交''''叉''''''型''乘''''用''''''车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2" name="椭圆 202"/>
          <p:cNvSpPr/>
          <p:nvPr>
            <p:custDataLst>
              <p:tags r:id="rId24"/>
            </p:custDataLst>
          </p:nvPr>
        </p:nvSpPr>
        <p:spPr bwMode="auto">
          <a:xfrm>
            <a:off x="1452563" y="25225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-29.8%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3" name="椭圆 203"/>
          <p:cNvSpPr/>
          <p:nvPr>
            <p:custDataLst>
              <p:tags r:id="rId25"/>
            </p:custDataLst>
          </p:nvPr>
        </p:nvSpPr>
        <p:spPr bwMode="auto">
          <a:xfrm>
            <a:off x="2690813" y="24447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-12.6%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4" name="椭圆 204"/>
          <p:cNvSpPr/>
          <p:nvPr>
            <p:custDataLst>
              <p:tags r:id="rId26"/>
            </p:custDataLst>
          </p:nvPr>
        </p:nvSpPr>
        <p:spPr bwMode="auto">
          <a:xfrm>
            <a:off x="3930650" y="321627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-28.6%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5" name="椭圆 205"/>
          <p:cNvSpPr/>
          <p:nvPr>
            <p:custDataLst>
              <p:tags r:id="rId27"/>
            </p:custDataLst>
          </p:nvPr>
        </p:nvSpPr>
        <p:spPr bwMode="auto">
          <a:xfrm>
            <a:off x="5168900" y="32718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-41.7%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6" name="矩形 34"/>
          <p:cNvSpPr/>
          <p:nvPr>
            <p:custDataLst>
              <p:tags r:id="rId28"/>
            </p:custDataLst>
          </p:nvPr>
        </p:nvSpPr>
        <p:spPr bwMode="auto">
          <a:xfrm>
            <a:off x="4073525" y="2511425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787" name="矩形 36"/>
          <p:cNvSpPr/>
          <p:nvPr>
            <p:custDataLst>
              <p:tags r:id="rId29"/>
            </p:custDataLst>
          </p:nvPr>
        </p:nvSpPr>
        <p:spPr bwMode="auto">
          <a:xfrm>
            <a:off x="4795838" y="2511425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788" name="矩形 33"/>
          <p:cNvSpPr/>
          <p:nvPr>
            <p:custDataLst>
              <p:tags r:id="rId30"/>
            </p:custDataLst>
          </p:nvPr>
        </p:nvSpPr>
        <p:spPr bwMode="auto">
          <a:xfrm>
            <a:off x="4338638" y="2506663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9" name="矩形 31"/>
          <p:cNvSpPr/>
          <p:nvPr>
            <p:custDataLst>
              <p:tags r:id="rId31"/>
            </p:custDataLst>
          </p:nvPr>
        </p:nvSpPr>
        <p:spPr bwMode="auto">
          <a:xfrm>
            <a:off x="5060950" y="2506663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60" name="Chart 3"/>
          <p:cNvGraphicFramePr/>
          <p:nvPr>
            <p:custDataLst>
              <p:tags r:id="rId32"/>
            </p:custDataLst>
          </p:nvPr>
        </p:nvGraphicFramePr>
        <p:xfrm>
          <a:off x="1054100" y="4824413"/>
          <a:ext cx="5130800" cy="1620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792" name="直接连接符 22"/>
          <p:cNvCxnSpPr/>
          <p:nvPr>
            <p:custDataLst>
              <p:tags r:id="rId33"/>
            </p:custDataLst>
          </p:nvPr>
        </p:nvCxnSpPr>
        <p:spPr bwMode="auto">
          <a:xfrm flipV="1">
            <a:off x="1535113" y="48021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3" name="直接连接符 23"/>
          <p:cNvCxnSpPr/>
          <p:nvPr>
            <p:custDataLst>
              <p:tags r:id="rId34"/>
            </p:custDataLst>
          </p:nvPr>
        </p:nvCxnSpPr>
        <p:spPr bwMode="auto">
          <a:xfrm>
            <a:off x="1535113" y="480218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4" name="直接连接符 24"/>
          <p:cNvCxnSpPr/>
          <p:nvPr>
            <p:custDataLst>
              <p:tags r:id="rId35"/>
            </p:custDataLst>
          </p:nvPr>
        </p:nvCxnSpPr>
        <p:spPr bwMode="auto">
          <a:xfrm>
            <a:off x="1978025" y="4802188"/>
            <a:ext cx="0" cy="4699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5" name="直接连接符 25"/>
          <p:cNvCxnSpPr/>
          <p:nvPr>
            <p:custDataLst>
              <p:tags r:id="rId36"/>
            </p:custDataLst>
          </p:nvPr>
        </p:nvCxnSpPr>
        <p:spPr bwMode="auto">
          <a:xfrm flipV="1">
            <a:off x="2776538" y="47640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6" name="直接连接符 26"/>
          <p:cNvCxnSpPr/>
          <p:nvPr>
            <p:custDataLst>
              <p:tags r:id="rId37"/>
            </p:custDataLst>
          </p:nvPr>
        </p:nvCxnSpPr>
        <p:spPr bwMode="auto">
          <a:xfrm>
            <a:off x="2776538" y="476408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7" name="直接连接符 27"/>
          <p:cNvCxnSpPr/>
          <p:nvPr>
            <p:custDataLst>
              <p:tags r:id="rId38"/>
            </p:custDataLst>
          </p:nvPr>
        </p:nvCxnSpPr>
        <p:spPr bwMode="auto">
          <a:xfrm>
            <a:off x="3219450" y="4764087"/>
            <a:ext cx="0" cy="2730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8" name="直接连接符 28"/>
          <p:cNvCxnSpPr/>
          <p:nvPr>
            <p:custDataLst>
              <p:tags r:id="rId39"/>
            </p:custDataLst>
          </p:nvPr>
        </p:nvCxnSpPr>
        <p:spPr bwMode="auto">
          <a:xfrm flipV="1">
            <a:off x="4017963" y="567055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9" name="直接连接符 29"/>
          <p:cNvCxnSpPr/>
          <p:nvPr>
            <p:custDataLst>
              <p:tags r:id="rId40"/>
            </p:custDataLst>
          </p:nvPr>
        </p:nvCxnSpPr>
        <p:spPr bwMode="auto">
          <a:xfrm>
            <a:off x="4017963" y="5670550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0" name="直接连接符 32"/>
          <p:cNvCxnSpPr/>
          <p:nvPr>
            <p:custDataLst>
              <p:tags r:id="rId41"/>
            </p:custDataLst>
          </p:nvPr>
        </p:nvCxnSpPr>
        <p:spPr bwMode="auto">
          <a:xfrm>
            <a:off x="4460875" y="567055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1" name="直接连接符 37"/>
          <p:cNvCxnSpPr/>
          <p:nvPr>
            <p:custDataLst>
              <p:tags r:id="rId42"/>
            </p:custDataLst>
          </p:nvPr>
        </p:nvCxnSpPr>
        <p:spPr bwMode="auto">
          <a:xfrm flipV="1">
            <a:off x="5259388" y="5748338"/>
            <a:ext cx="0" cy="2524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2" name="直接连接符 38"/>
          <p:cNvCxnSpPr/>
          <p:nvPr>
            <p:custDataLst>
              <p:tags r:id="rId43"/>
            </p:custDataLst>
          </p:nvPr>
        </p:nvCxnSpPr>
        <p:spPr bwMode="auto">
          <a:xfrm>
            <a:off x="5259388" y="574833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3" name="直接连接符 39"/>
          <p:cNvCxnSpPr/>
          <p:nvPr>
            <p:custDataLst>
              <p:tags r:id="rId44"/>
            </p:custDataLst>
          </p:nvPr>
        </p:nvCxnSpPr>
        <p:spPr bwMode="auto">
          <a:xfrm>
            <a:off x="5702300" y="574833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790" name="矩形 43"/>
          <p:cNvSpPr/>
          <p:nvPr>
            <p:custDataLst>
              <p:tags r:id="rId45"/>
            </p:custDataLst>
          </p:nvPr>
        </p:nvSpPr>
        <p:spPr bwMode="auto">
          <a:xfrm>
            <a:off x="1622425" y="6262688"/>
            <a:ext cx="266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92B8789-45B6-4D0E-922D-E1FB900BD631}" type="datetime'''''''''''''''''''''''''''''''轿''''''''''''''''车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1" name="矩形 44"/>
          <p:cNvSpPr/>
          <p:nvPr>
            <p:custDataLst>
              <p:tags r:id="rId46"/>
            </p:custDataLst>
          </p:nvPr>
        </p:nvSpPr>
        <p:spPr bwMode="auto">
          <a:xfrm>
            <a:off x="2863850" y="6262688"/>
            <a:ext cx="266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2A611E5-7EF8-4BA8-846B-0ECB114185AA}" type="datetime'S''''''U''''V''''''''''''''''''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2" name="矩形 45"/>
          <p:cNvSpPr/>
          <p:nvPr>
            <p:custDataLst>
              <p:tags r:id="rId47"/>
            </p:custDataLst>
          </p:nvPr>
        </p:nvSpPr>
        <p:spPr bwMode="auto">
          <a:xfrm>
            <a:off x="4089400" y="6262688"/>
            <a:ext cx="3000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6F4B040-795D-4304-A31D-7AE8BEFC8096}" type="datetime'''''''M''''''''''''''''P''''''''''''''''''''''''''''V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3" name="矩形 46"/>
          <p:cNvSpPr/>
          <p:nvPr>
            <p:custDataLst>
              <p:tags r:id="rId48"/>
            </p:custDataLst>
          </p:nvPr>
        </p:nvSpPr>
        <p:spPr bwMode="auto">
          <a:xfrm>
            <a:off x="5092700" y="6262688"/>
            <a:ext cx="774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A118606-253D-4564-A5EA-26BA02BEE5E5}" type="datetime'交叉''''''''''''''''''''''''''''''''''''''''''''型乘''用''车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4" name="椭圆 48"/>
          <p:cNvSpPr/>
          <p:nvPr>
            <p:custDataLst>
              <p:tags r:id="rId49"/>
            </p:custDataLst>
          </p:nvPr>
        </p:nvSpPr>
        <p:spPr bwMode="auto">
          <a:xfrm>
            <a:off x="1443038" y="46942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-28.1%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5" name="椭圆 49"/>
          <p:cNvSpPr/>
          <p:nvPr>
            <p:custDataLst>
              <p:tags r:id="rId50"/>
            </p:custDataLst>
          </p:nvPr>
        </p:nvSpPr>
        <p:spPr bwMode="auto">
          <a:xfrm>
            <a:off x="2738438" y="4656138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-9.2%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6" name="椭圆 50"/>
          <p:cNvSpPr/>
          <p:nvPr>
            <p:custDataLst>
              <p:tags r:id="rId51"/>
            </p:custDataLst>
          </p:nvPr>
        </p:nvSpPr>
        <p:spPr bwMode="auto">
          <a:xfrm>
            <a:off x="3925888" y="556260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-24.2%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7" name="椭圆 51"/>
          <p:cNvSpPr/>
          <p:nvPr>
            <p:custDataLst>
              <p:tags r:id="rId52"/>
            </p:custDataLst>
          </p:nvPr>
        </p:nvSpPr>
        <p:spPr bwMode="auto">
          <a:xfrm>
            <a:off x="5167313" y="564038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-41.9%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8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99" name="文本占位符 12"/>
          <p:cNvSpPr txBox="1"/>
          <p:nvPr/>
        </p:nvSpPr>
        <p:spPr bwMode="auto">
          <a:xfrm>
            <a:off x="781085" y="5266982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0" name="矩形 16"/>
          <p:cNvSpPr/>
          <p:nvPr/>
        </p:nvSpPr>
        <p:spPr>
          <a:xfrm>
            <a:off x="6427786" y="2267945"/>
            <a:ext cx="5068890" cy="418524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3145804" name="直接连接符 17"/>
          <p:cNvCxnSpPr/>
          <p:nvPr>
            <p:custDataLst>
              <p:tags r:id="rId53"/>
            </p:custDataLst>
          </p:nvPr>
        </p:nvCxnSpPr>
        <p:spPr bwMode="auto">
          <a:xfrm>
            <a:off x="7413625" y="2744788"/>
            <a:ext cx="5619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5" name="直接连接符 18"/>
          <p:cNvCxnSpPr/>
          <p:nvPr>
            <p:custDataLst>
              <p:tags r:id="rId54"/>
            </p:custDataLst>
          </p:nvPr>
        </p:nvCxnSpPr>
        <p:spPr bwMode="auto">
          <a:xfrm flipV="1">
            <a:off x="7413625" y="3998913"/>
            <a:ext cx="561975" cy="333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6" name="直接连接符 19"/>
          <p:cNvCxnSpPr/>
          <p:nvPr>
            <p:custDataLst>
              <p:tags r:id="rId55"/>
            </p:custDataLst>
          </p:nvPr>
        </p:nvCxnSpPr>
        <p:spPr bwMode="auto">
          <a:xfrm>
            <a:off x="7413625" y="5661025"/>
            <a:ext cx="561975" cy="222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7" name="直接连接符 20"/>
          <p:cNvCxnSpPr/>
          <p:nvPr>
            <p:custDataLst>
              <p:tags r:id="rId56"/>
            </p:custDataLst>
          </p:nvPr>
        </p:nvCxnSpPr>
        <p:spPr bwMode="auto">
          <a:xfrm>
            <a:off x="7413625" y="5815013"/>
            <a:ext cx="561975" cy="31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8" name="直接连接符 30"/>
          <p:cNvCxnSpPr/>
          <p:nvPr>
            <p:custDataLst>
              <p:tags r:id="rId57"/>
            </p:custDataLst>
          </p:nvPr>
        </p:nvCxnSpPr>
        <p:spPr bwMode="auto">
          <a:xfrm>
            <a:off x="9948863" y="2744788"/>
            <a:ext cx="5619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9" name="直接连接符 53"/>
          <p:cNvCxnSpPr/>
          <p:nvPr>
            <p:custDataLst>
              <p:tags r:id="rId58"/>
            </p:custDataLst>
          </p:nvPr>
        </p:nvCxnSpPr>
        <p:spPr bwMode="auto">
          <a:xfrm flipV="1">
            <a:off x="9948863" y="4008438"/>
            <a:ext cx="561975" cy="147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0" name="直接连接符 58"/>
          <p:cNvCxnSpPr/>
          <p:nvPr>
            <p:custDataLst>
              <p:tags r:id="rId59"/>
            </p:custDataLst>
          </p:nvPr>
        </p:nvCxnSpPr>
        <p:spPr bwMode="auto">
          <a:xfrm>
            <a:off x="9948863" y="5670550"/>
            <a:ext cx="5619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1" name="直接连接符 59"/>
          <p:cNvCxnSpPr/>
          <p:nvPr>
            <p:custDataLst>
              <p:tags r:id="rId60"/>
            </p:custDataLst>
          </p:nvPr>
        </p:nvCxnSpPr>
        <p:spPr bwMode="auto">
          <a:xfrm>
            <a:off x="9948863" y="5818189"/>
            <a:ext cx="561975" cy="31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194361" name="Chart 3"/>
          <p:cNvGraphicFramePr/>
          <p:nvPr>
            <p:custDataLst>
              <p:tags r:id="rId61"/>
            </p:custDataLst>
          </p:nvPr>
        </p:nvGraphicFramePr>
        <p:xfrm>
          <a:off x="6345238" y="2519363"/>
          <a:ext cx="5233987" cy="3546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48801" name="矩形 4"/>
          <p:cNvSpPr/>
          <p:nvPr>
            <p:custDataLst>
              <p:tags r:id="rId62"/>
            </p:custDataLst>
          </p:nvPr>
        </p:nvSpPr>
        <p:spPr bwMode="gray">
          <a:xfrm>
            <a:off x="6721475" y="5759450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309B22A-5D5D-4A17-98F8-1505A7507A60}" type="datetime'''''''''''''''''''''''''''0''''''''''''''''''''''''.8''''%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02" name="矩形 62"/>
          <p:cNvSpPr/>
          <p:nvPr>
            <p:custDataLst>
              <p:tags r:id="rId63"/>
            </p:custDataLst>
          </p:nvPr>
        </p:nvSpPr>
        <p:spPr bwMode="auto">
          <a:xfrm>
            <a:off x="6853238" y="5942013"/>
            <a:ext cx="415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AB4D072A-A34C-4D6E-AFA6-1A8397107486}" type="datetime'''''''''''''''''''2''''''''0''2''''''''6''.''4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03" name="矩形 5"/>
          <p:cNvSpPr/>
          <p:nvPr>
            <p:custDataLst>
              <p:tags r:id="rId64"/>
            </p:custDataLst>
          </p:nvPr>
        </p:nvSpPr>
        <p:spPr bwMode="gray">
          <a:xfrm>
            <a:off x="7988300" y="5761038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38246A0-A737-4714-B261-F616AD62BE65}" type="datetime'''''''''''''''''''''0''''''.7''''''''''''''%''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04" name="矩形 63"/>
          <p:cNvSpPr/>
          <p:nvPr>
            <p:custDataLst>
              <p:tags r:id="rId65"/>
            </p:custDataLst>
          </p:nvPr>
        </p:nvSpPr>
        <p:spPr bwMode="auto">
          <a:xfrm>
            <a:off x="8120063" y="5942013"/>
            <a:ext cx="415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92CAD305-09BD-443A-81A6-F4C7A2893A7D}" type="datetime'''''''''''''''''20''''''''''''''''''''''2''''6''''''.''5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05" name="矩形 8"/>
          <p:cNvSpPr/>
          <p:nvPr>
            <p:custDataLst>
              <p:tags r:id="rId66"/>
            </p:custDataLst>
          </p:nvPr>
        </p:nvSpPr>
        <p:spPr bwMode="gray">
          <a:xfrm>
            <a:off x="9256713" y="5761038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81E650-1579-4896-B51D-FA513796FB8A}" type="datetime'''''0.''''''7''''''''''''''''''''%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06" name="矩形 64"/>
          <p:cNvSpPr/>
          <p:nvPr>
            <p:custDataLst>
              <p:tags r:id="rId67"/>
            </p:custDataLst>
          </p:nvPr>
        </p:nvSpPr>
        <p:spPr bwMode="auto">
          <a:xfrm>
            <a:off x="9286875" y="5942013"/>
            <a:ext cx="6207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07DF7BA3-CB3E-44F4-9C84-F05092F0D7CF}" type="datetime'''''''2''''''''''02''''5.1''''-''''''''''''''''1''''2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07" name="矩形 9"/>
          <p:cNvSpPr/>
          <p:nvPr>
            <p:custDataLst>
              <p:tags r:id="rId68"/>
            </p:custDataLst>
          </p:nvPr>
        </p:nvSpPr>
        <p:spPr bwMode="gray">
          <a:xfrm>
            <a:off x="10523538" y="5762625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3A5D103-6B80-4777-B720-6B9F3C43D0C5}" type="datetime'''0.''''6''''''''''''''''''''''''''''''''''%''''''''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08" name="矩形 65"/>
          <p:cNvSpPr/>
          <p:nvPr>
            <p:custDataLst>
              <p:tags r:id="rId69"/>
            </p:custDataLst>
          </p:nvPr>
        </p:nvSpPr>
        <p:spPr bwMode="auto">
          <a:xfrm>
            <a:off x="10590213" y="5942013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83E825E7-E399-413F-8BD3-B6270AE58301}" type="datetime'''20''2''6''''''''.''''''''1''''''''-''''''''''''5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09" name="矩形 66"/>
          <p:cNvSpPr/>
          <p:nvPr>
            <p:custDataLst>
              <p:tags r:id="rId70"/>
            </p:custDataLst>
          </p:nvPr>
        </p:nvSpPr>
        <p:spPr bwMode="auto">
          <a:xfrm>
            <a:off x="7502525" y="2392363"/>
            <a:ext cx="187325" cy="139700"/>
          </a:xfrm>
          <a:prstGeom prst="rect">
            <a:avLst/>
          </a:prstGeom>
          <a:solidFill>
            <a:srgbClr val="C3CFE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10" name="矩形 67"/>
          <p:cNvSpPr/>
          <p:nvPr>
            <p:custDataLst>
              <p:tags r:id="rId71"/>
            </p:custDataLst>
          </p:nvPr>
        </p:nvSpPr>
        <p:spPr bwMode="auto">
          <a:xfrm>
            <a:off x="8108950" y="2392363"/>
            <a:ext cx="187325" cy="139700"/>
          </a:xfrm>
          <a:prstGeom prst="rect">
            <a:avLst/>
          </a:prstGeom>
          <a:solidFill>
            <a:srgbClr val="9DB1C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11" name="矩形 68"/>
          <p:cNvSpPr/>
          <p:nvPr>
            <p:custDataLst>
              <p:tags r:id="rId72"/>
            </p:custDataLst>
          </p:nvPr>
        </p:nvSpPr>
        <p:spPr bwMode="auto">
          <a:xfrm>
            <a:off x="8715375" y="2392363"/>
            <a:ext cx="187325" cy="139700"/>
          </a:xfrm>
          <a:prstGeom prst="rect">
            <a:avLst/>
          </a:prstGeom>
          <a:solidFill>
            <a:srgbClr val="6F8DB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12" name="矩形 69"/>
          <p:cNvSpPr/>
          <p:nvPr>
            <p:custDataLst>
              <p:tags r:id="rId73"/>
            </p:custDataLst>
          </p:nvPr>
        </p:nvSpPr>
        <p:spPr bwMode="auto">
          <a:xfrm>
            <a:off x="9356725" y="2392363"/>
            <a:ext cx="187325" cy="1397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13" name="矩形 73"/>
          <p:cNvSpPr/>
          <p:nvPr>
            <p:custDataLst>
              <p:tags r:id="rId74"/>
            </p:custDataLst>
          </p:nvPr>
        </p:nvSpPr>
        <p:spPr bwMode="auto">
          <a:xfrm>
            <a:off x="7740650" y="2387600"/>
            <a:ext cx="266700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0AF2D433-0795-46FD-B041-29A2A7259B64}" type="datetime'''''''''轿''''''''''''''''''车''''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14" name="矩形 74"/>
          <p:cNvSpPr/>
          <p:nvPr>
            <p:custDataLst>
              <p:tags r:id="rId75"/>
            </p:custDataLst>
          </p:nvPr>
        </p:nvSpPr>
        <p:spPr bwMode="auto">
          <a:xfrm>
            <a:off x="8347075" y="2387600"/>
            <a:ext cx="266700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811F0A49-459A-44D5-BD32-E4EBE5729FB6}" type="datetime'S''''''''''''''''''''''''''''''''''''U''''''''''''V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15" name="矩形 75"/>
          <p:cNvSpPr/>
          <p:nvPr>
            <p:custDataLst>
              <p:tags r:id="rId76"/>
            </p:custDataLst>
          </p:nvPr>
        </p:nvSpPr>
        <p:spPr bwMode="auto">
          <a:xfrm>
            <a:off x="8953500" y="2387600"/>
            <a:ext cx="301625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57030BB4-7123-4BC3-877A-4223173C41E3}" type="datetime'''''''''M''P''''''''''''''''''V''''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16" name="矩形 76"/>
          <p:cNvSpPr/>
          <p:nvPr>
            <p:custDataLst>
              <p:tags r:id="rId77"/>
            </p:custDataLst>
          </p:nvPr>
        </p:nvSpPr>
        <p:spPr bwMode="auto">
          <a:xfrm>
            <a:off x="9594850" y="2387600"/>
            <a:ext cx="800100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029D1BE8-F070-406C-942B-E5C8075CD4C7}" type="datetime'''''''''''''''''''''''交叉''''型乘''''用''''''''''''车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17" name="文本占位符 12"/>
          <p:cNvSpPr txBox="1"/>
          <p:nvPr/>
        </p:nvSpPr>
        <p:spPr bwMode="auto">
          <a:xfrm>
            <a:off x="7090822" y="6122694"/>
            <a:ext cx="1311960" cy="24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单月份额变化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18" name="文本占位符 12"/>
          <p:cNvSpPr txBox="1"/>
          <p:nvPr/>
        </p:nvSpPr>
        <p:spPr bwMode="auto">
          <a:xfrm>
            <a:off x="9707566" y="6115459"/>
            <a:ext cx="1311960" cy="24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000000"/>
                </a:solidFill>
              </a:rPr>
              <a:t>累计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份额变化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45812" name="直接连接符 80"/>
          <p:cNvCxnSpPr>
            <a:endCxn id="1048800" idx="2"/>
          </p:cNvCxnSpPr>
          <p:nvPr/>
        </p:nvCxnSpPr>
        <p:spPr>
          <a:xfrm>
            <a:off x="8962231" y="2744788"/>
            <a:ext cx="0" cy="37084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4362" name="当前期间标签_1"/>
          <p:cNvSpPr/>
          <p:nvPr/>
        </p:nvSpPr>
        <p:spPr>
          <a:xfrm>
            <a:off x="6580768" y="5845956"/>
            <a:ext cx="99445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000000"/>
                </a:solidFill>
                <a:latin typeface="Arial"/>
              </a:rPr>
              <a:t>2026.5</a:t>
            </a:r>
          </a:p>
        </p:txBody>
      </p:sp>
      <p:sp>
        <p:nvSpPr>
          <p:cNvPr id="4194363" name="当前期间标签_2"/>
          <p:cNvSpPr/>
          <p:nvPr/>
        </p:nvSpPr>
        <p:spPr>
          <a:xfrm>
            <a:off x="7836925" y="5845956"/>
            <a:ext cx="99445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000000"/>
                </a:solidFill>
                <a:latin typeface="Arial"/>
              </a:rPr>
              <a:t>2026.6</a:t>
            </a:r>
          </a:p>
        </p:txBody>
      </p:sp>
      <p:sp>
        <p:nvSpPr>
          <p:cNvPr id="4194364" name="当前期间标签_3"/>
          <p:cNvSpPr/>
          <p:nvPr/>
        </p:nvSpPr>
        <p:spPr>
          <a:xfrm>
            <a:off x="9093081" y="5845956"/>
            <a:ext cx="99445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000000"/>
                </a:solidFill>
                <a:latin typeface="Arial"/>
              </a:rPr>
              <a:t>2025.1-12</a:t>
            </a:r>
          </a:p>
        </p:txBody>
      </p:sp>
      <p:sp>
        <p:nvSpPr>
          <p:cNvPr id="4194365" name="当前期间标签_4"/>
          <p:cNvSpPr/>
          <p:nvPr/>
        </p:nvSpPr>
        <p:spPr>
          <a:xfrm>
            <a:off x="10349238" y="5845956"/>
            <a:ext cx="99445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000000"/>
                </a:solidFill>
                <a:latin typeface="Arial"/>
              </a:rPr>
              <a:t>2026.1-6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62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showAsIcon="1" r:id="rId5" imgW="5080" imgH="5080" progId="TCLayout.ActiveDocument.1">
                  <p:embed/>
                </p:oleObj>
              </mc:Choice>
              <mc:Fallback>
                <p:oleObj name="think-cell 幻灯片" showAsIcon="1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819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2.2 车型级别：C+市场同比正增长，A00市场同比承压</a:t>
            </a:r>
            <a:r>
              <a:rPr lang="zh-CN" altLang="en-US" b="1"/>
              <a:t/>
            </a:r>
            <a:r>
              <a:rPr lang="en-US" altLang="zh-CN" b="1"/>
              <a:t/>
            </a:r>
            <a:r>
              <a:rPr lang="zh-CN" altLang="en-US" b="1"/>
              <a:t/>
            </a:r>
            <a:r>
              <a:rPr lang="en-US" altLang="zh-CN" b="1"/>
              <a:t/>
            </a:r>
            <a:r>
              <a:rPr lang="zh-CN" altLang="en-US" b="1"/>
              <a:t/>
            </a:r>
            <a:endParaRPr lang="zh-CN" altLang="en-US" b="1" dirty="0"/>
          </a:p>
        </p:txBody>
      </p:sp>
      <p:sp>
        <p:nvSpPr>
          <p:cNvPr id="1048820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830997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2026年6月，C+同比3.0%，在本层级中表现相对较好；A00同比-65.6%，是当前主要拖累项。当前验数表可支撑结构变化判断；具体产品、政策和品牌驱动需结合车型明细与公开证据进一步核验。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821" name="矩形 54"/>
          <p:cNvSpPr/>
          <p:nvPr/>
        </p:nvSpPr>
        <p:spPr>
          <a:xfrm>
            <a:off x="689943" y="2236503"/>
            <a:ext cx="5406057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822" name="文本占位符 12"/>
          <p:cNvSpPr txBox="1"/>
          <p:nvPr/>
        </p:nvSpPr>
        <p:spPr bwMode="auto">
          <a:xfrm>
            <a:off x="701749" y="1890172"/>
            <a:ext cx="5394252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2026年6月分车型级别市场表现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lang="en-US" altLang="zh-CN" b="1">
                <a:solidFill>
                  <a:srgbClr val="000000"/>
                </a:solidFill>
              </a:rPr>
              <a:t/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23" name="文本占位符 12"/>
          <p:cNvSpPr txBox="1"/>
          <p:nvPr/>
        </p:nvSpPr>
        <p:spPr bwMode="auto">
          <a:xfrm>
            <a:off x="6623757" y="1891450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年分车型级别份额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63" name="表格 57"/>
          <p:cNvGraphicFramePr>
            <a:graphicFrameLocks noGrp="1"/>
          </p:cNvGraphicFramePr>
          <p:nvPr/>
        </p:nvGraphicFramePr>
        <p:xfrm>
          <a:off x="702859" y="4316106"/>
          <a:ext cx="5393141" cy="277099"/>
        </p:xfrm>
        <a:graphic>
          <a:graphicData uri="http://schemas.openxmlformats.org/drawingml/2006/table">
            <a:tbl>
              <a:tblPr firstRow="1" bandRow="1"/>
              <a:tblGrid>
                <a:gridCol w="525468"/>
                <a:gridCol w="807426"/>
                <a:gridCol w="1015749"/>
                <a:gridCol w="1053726"/>
                <a:gridCol w="995386"/>
                <a:gridCol w="995386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-11.9%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-0.0%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17.2%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13.2%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824" name="文本占位符 12"/>
          <p:cNvSpPr txBox="1"/>
          <p:nvPr/>
        </p:nvSpPr>
        <p:spPr bwMode="auto">
          <a:xfrm>
            <a:off x="720616" y="2280851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25" name="文本占位符 5"/>
          <p:cNvSpPr txBox="1"/>
          <p:nvPr/>
        </p:nvSpPr>
        <p:spPr>
          <a:xfrm>
            <a:off x="661298" y="6498936"/>
            <a:ext cx="6670680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数据来源：中汽数据有限公司终端零售数据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64" name="Chart 3"/>
          <p:cNvGraphicFramePr/>
          <p:nvPr>
            <p:custDataLst>
              <p:tags r:id="rId7"/>
            </p:custDataLst>
          </p:nvPr>
        </p:nvGraphicFramePr>
        <p:xfrm>
          <a:off x="1065213" y="2767013"/>
          <a:ext cx="5113337" cy="1509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813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465263" y="3548063"/>
            <a:ext cx="0" cy="2095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4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465263" y="3548063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5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1819275" y="3548063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6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2454275" y="3351213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7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2454275" y="3351213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8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2808288" y="3351213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9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3444875" y="276225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0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3444875" y="2762250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1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3798888" y="2762250"/>
            <a:ext cx="0" cy="438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2" name="直接连接符 126"/>
          <p:cNvCxnSpPr/>
          <p:nvPr>
            <p:custDataLst>
              <p:tags r:id="rId17"/>
            </p:custDataLst>
          </p:nvPr>
        </p:nvCxnSpPr>
        <p:spPr bwMode="auto">
          <a:xfrm flipV="1">
            <a:off x="4433888" y="27066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3" name="直接连接符 191"/>
          <p:cNvCxnSpPr/>
          <p:nvPr>
            <p:custDataLst>
              <p:tags r:id="rId18"/>
            </p:custDataLst>
          </p:nvPr>
        </p:nvCxnSpPr>
        <p:spPr bwMode="auto">
          <a:xfrm>
            <a:off x="4433888" y="2706688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4" name="直接连接符 192"/>
          <p:cNvCxnSpPr/>
          <p:nvPr>
            <p:custDataLst>
              <p:tags r:id="rId19"/>
            </p:custDataLst>
          </p:nvPr>
        </p:nvCxnSpPr>
        <p:spPr bwMode="auto">
          <a:xfrm>
            <a:off x="4787900" y="2706688"/>
            <a:ext cx="0" cy="3698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5" name="直接连接符 193"/>
          <p:cNvCxnSpPr/>
          <p:nvPr>
            <p:custDataLst>
              <p:tags r:id="rId20"/>
            </p:custDataLst>
          </p:nvPr>
        </p:nvCxnSpPr>
        <p:spPr bwMode="auto">
          <a:xfrm flipV="1">
            <a:off x="5424488" y="3279775"/>
            <a:ext cx="0" cy="2476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6" name="直接连接符 194"/>
          <p:cNvCxnSpPr/>
          <p:nvPr>
            <p:custDataLst>
              <p:tags r:id="rId21"/>
            </p:custDataLst>
          </p:nvPr>
        </p:nvCxnSpPr>
        <p:spPr bwMode="auto">
          <a:xfrm>
            <a:off x="5424488" y="3279775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7" name="直接连接符 196"/>
          <p:cNvCxnSpPr/>
          <p:nvPr>
            <p:custDataLst>
              <p:tags r:id="rId22"/>
            </p:custDataLst>
          </p:nvPr>
        </p:nvCxnSpPr>
        <p:spPr bwMode="auto">
          <a:xfrm>
            <a:off x="5778500" y="32797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826" name="矩形 198"/>
          <p:cNvSpPr/>
          <p:nvPr>
            <p:custDataLst>
              <p:tags r:id="rId23"/>
            </p:custDataLst>
          </p:nvPr>
        </p:nvSpPr>
        <p:spPr bwMode="auto">
          <a:xfrm>
            <a:off x="1516063" y="4094163"/>
            <a:ext cx="2508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677110A-6E3C-41A4-9E5D-2143B39CD681}" type="datetime'''''''''''''''''''''''''''''''''''''''''''''''''A''''0''''''0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27" name="矩形 199"/>
          <p:cNvSpPr/>
          <p:nvPr>
            <p:custDataLst>
              <p:tags r:id="rId24"/>
            </p:custDataLst>
          </p:nvPr>
        </p:nvSpPr>
        <p:spPr bwMode="auto">
          <a:xfrm>
            <a:off x="2544763" y="4094163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632EC27-11E8-49A4-BED6-650283857432}" type="datetime'''''''''''''''''''''''''A''''''''''''''0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28" name="矩形 201"/>
          <p:cNvSpPr/>
          <p:nvPr>
            <p:custDataLst>
              <p:tags r:id="rId25"/>
            </p:custDataLst>
          </p:nvPr>
        </p:nvSpPr>
        <p:spPr bwMode="auto">
          <a:xfrm>
            <a:off x="3570288" y="4094163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2C35B33-4FB0-418E-878E-48E911850CAC}" type="datetime'''''''''''''''''A''''''''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29" name="矩形 197"/>
          <p:cNvSpPr/>
          <p:nvPr>
            <p:custDataLst>
              <p:tags r:id="rId26"/>
            </p:custDataLst>
          </p:nvPr>
        </p:nvSpPr>
        <p:spPr bwMode="auto">
          <a:xfrm>
            <a:off x="4565650" y="4094163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2794A0F-0F8A-4CB4-BAB3-DFDC6E78F5E6}" type="datetime'''''''''''B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0" name="矩形 200"/>
          <p:cNvSpPr/>
          <p:nvPr>
            <p:custDataLst>
              <p:tags r:id="rId27"/>
            </p:custDataLst>
          </p:nvPr>
        </p:nvSpPr>
        <p:spPr bwMode="auto">
          <a:xfrm>
            <a:off x="5505450" y="4094163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F8219C7-AE55-4355-8357-2D8B86E3BE82}" type="datetime'''''''''''''''C+''''''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1" name="椭圆 202"/>
          <p:cNvSpPr/>
          <p:nvPr>
            <p:custDataLst>
              <p:tags r:id="rId28"/>
            </p:custDataLst>
          </p:nvPr>
        </p:nvSpPr>
        <p:spPr bwMode="auto">
          <a:xfrm>
            <a:off x="1328738" y="3440113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-65.6%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2" name="椭圆 203"/>
          <p:cNvSpPr/>
          <p:nvPr>
            <p:custDataLst>
              <p:tags r:id="rId29"/>
            </p:custDataLst>
          </p:nvPr>
        </p:nvSpPr>
        <p:spPr bwMode="auto">
          <a:xfrm>
            <a:off x="2371725" y="3243263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-9.8%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3" name="椭圆 204"/>
          <p:cNvSpPr/>
          <p:nvPr>
            <p:custDataLst>
              <p:tags r:id="rId30"/>
            </p:custDataLst>
          </p:nvPr>
        </p:nvSpPr>
        <p:spPr bwMode="auto">
          <a:xfrm>
            <a:off x="3308350" y="265430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-28.9%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4" name="椭圆 205"/>
          <p:cNvSpPr/>
          <p:nvPr>
            <p:custDataLst>
              <p:tags r:id="rId31"/>
            </p:custDataLst>
          </p:nvPr>
        </p:nvSpPr>
        <p:spPr bwMode="auto">
          <a:xfrm>
            <a:off x="4297363" y="25987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-20.1%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5" name="椭圆 206"/>
          <p:cNvSpPr/>
          <p:nvPr>
            <p:custDataLst>
              <p:tags r:id="rId32"/>
            </p:custDataLst>
          </p:nvPr>
        </p:nvSpPr>
        <p:spPr bwMode="auto">
          <a:xfrm>
            <a:off x="5341938" y="3171825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3.0%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6" name="矩形 34"/>
          <p:cNvSpPr/>
          <p:nvPr>
            <p:custDataLst>
              <p:tags r:id="rId33"/>
            </p:custDataLst>
          </p:nvPr>
        </p:nvSpPr>
        <p:spPr bwMode="auto">
          <a:xfrm>
            <a:off x="2852738" y="2357438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37" name="矩形 36"/>
          <p:cNvSpPr/>
          <p:nvPr>
            <p:custDataLst>
              <p:tags r:id="rId34"/>
            </p:custDataLst>
          </p:nvPr>
        </p:nvSpPr>
        <p:spPr bwMode="auto">
          <a:xfrm>
            <a:off x="3575050" y="2357438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38" name="矩形 33"/>
          <p:cNvSpPr/>
          <p:nvPr>
            <p:custDataLst>
              <p:tags r:id="rId35"/>
            </p:custDataLst>
          </p:nvPr>
        </p:nvSpPr>
        <p:spPr bwMode="auto">
          <a:xfrm>
            <a:off x="3117850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9" name="矩形 31"/>
          <p:cNvSpPr/>
          <p:nvPr>
            <p:custDataLst>
              <p:tags r:id="rId36"/>
            </p:custDataLst>
          </p:nvPr>
        </p:nvSpPr>
        <p:spPr bwMode="auto">
          <a:xfrm>
            <a:off x="3840163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65" name="Chart 3"/>
          <p:cNvGraphicFramePr/>
          <p:nvPr>
            <p:custDataLst>
              <p:tags r:id="rId37"/>
            </p:custDataLst>
          </p:nvPr>
        </p:nvGraphicFramePr>
        <p:xfrm>
          <a:off x="1054100" y="5056188"/>
          <a:ext cx="5124450" cy="1427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828" name="直接连接符 22"/>
          <p:cNvCxnSpPr/>
          <p:nvPr>
            <p:custDataLst>
              <p:tags r:id="rId38"/>
            </p:custDataLst>
          </p:nvPr>
        </p:nvCxnSpPr>
        <p:spPr bwMode="auto">
          <a:xfrm flipV="1">
            <a:off x="1455738" y="5765800"/>
            <a:ext cx="0" cy="2000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9" name="直接连接符 23"/>
          <p:cNvCxnSpPr/>
          <p:nvPr>
            <p:custDataLst>
              <p:tags r:id="rId39"/>
            </p:custDataLst>
          </p:nvPr>
        </p:nvCxnSpPr>
        <p:spPr bwMode="auto">
          <a:xfrm>
            <a:off x="1455738" y="5765800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0" name="直接连接符 24"/>
          <p:cNvCxnSpPr/>
          <p:nvPr>
            <p:custDataLst>
              <p:tags r:id="rId40"/>
            </p:custDataLst>
          </p:nvPr>
        </p:nvCxnSpPr>
        <p:spPr bwMode="auto">
          <a:xfrm>
            <a:off x="1809750" y="576580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1" name="直接连接符 25"/>
          <p:cNvCxnSpPr/>
          <p:nvPr>
            <p:custDataLst>
              <p:tags r:id="rId41"/>
            </p:custDataLst>
          </p:nvPr>
        </p:nvCxnSpPr>
        <p:spPr bwMode="auto">
          <a:xfrm flipV="1">
            <a:off x="2447925" y="5621338"/>
            <a:ext cx="0" cy="2238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2" name="直接连接符 26"/>
          <p:cNvCxnSpPr/>
          <p:nvPr>
            <p:custDataLst>
              <p:tags r:id="rId42"/>
            </p:custDataLst>
          </p:nvPr>
        </p:nvCxnSpPr>
        <p:spPr bwMode="auto">
          <a:xfrm>
            <a:off x="2447925" y="5621338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3" name="直接连接符 27"/>
          <p:cNvCxnSpPr/>
          <p:nvPr>
            <p:custDataLst>
              <p:tags r:id="rId43"/>
            </p:custDataLst>
          </p:nvPr>
        </p:nvCxnSpPr>
        <p:spPr bwMode="auto">
          <a:xfrm>
            <a:off x="2801938" y="562133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4" name="直接连接符 28"/>
          <p:cNvCxnSpPr/>
          <p:nvPr>
            <p:custDataLst>
              <p:tags r:id="rId44"/>
            </p:custDataLst>
          </p:nvPr>
        </p:nvCxnSpPr>
        <p:spPr bwMode="auto">
          <a:xfrm flipV="1">
            <a:off x="3438525" y="50038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5" name="直接连接符 29"/>
          <p:cNvCxnSpPr/>
          <p:nvPr>
            <p:custDataLst>
              <p:tags r:id="rId45"/>
            </p:custDataLst>
          </p:nvPr>
        </p:nvCxnSpPr>
        <p:spPr bwMode="auto">
          <a:xfrm>
            <a:off x="3438525" y="5003800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6" name="直接连接符 32"/>
          <p:cNvCxnSpPr/>
          <p:nvPr>
            <p:custDataLst>
              <p:tags r:id="rId46"/>
            </p:custDataLst>
          </p:nvPr>
        </p:nvCxnSpPr>
        <p:spPr bwMode="auto">
          <a:xfrm>
            <a:off x="3792538" y="5003800"/>
            <a:ext cx="0" cy="3825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7" name="直接连接符 37"/>
          <p:cNvCxnSpPr/>
          <p:nvPr>
            <p:custDataLst>
              <p:tags r:id="rId47"/>
            </p:custDataLst>
          </p:nvPr>
        </p:nvCxnSpPr>
        <p:spPr bwMode="auto">
          <a:xfrm flipV="1">
            <a:off x="4430713" y="4995863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8" name="直接连接符 38"/>
          <p:cNvCxnSpPr/>
          <p:nvPr>
            <p:custDataLst>
              <p:tags r:id="rId48"/>
            </p:custDataLst>
          </p:nvPr>
        </p:nvCxnSpPr>
        <p:spPr bwMode="auto">
          <a:xfrm>
            <a:off x="4430713" y="4995863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9" name="直接连接符 39"/>
          <p:cNvCxnSpPr/>
          <p:nvPr>
            <p:custDataLst>
              <p:tags r:id="rId49"/>
            </p:custDataLst>
          </p:nvPr>
        </p:nvCxnSpPr>
        <p:spPr bwMode="auto">
          <a:xfrm>
            <a:off x="4784725" y="4995863"/>
            <a:ext cx="0" cy="3270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0" name="直接连接符 40"/>
          <p:cNvCxnSpPr/>
          <p:nvPr>
            <p:custDataLst>
              <p:tags r:id="rId50"/>
            </p:custDataLst>
          </p:nvPr>
        </p:nvCxnSpPr>
        <p:spPr bwMode="auto">
          <a:xfrm flipV="1">
            <a:off x="5422900" y="5513388"/>
            <a:ext cx="0" cy="2698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1" name="直接连接符 41"/>
          <p:cNvCxnSpPr/>
          <p:nvPr>
            <p:custDataLst>
              <p:tags r:id="rId51"/>
            </p:custDataLst>
          </p:nvPr>
        </p:nvCxnSpPr>
        <p:spPr bwMode="auto">
          <a:xfrm>
            <a:off x="5422900" y="5513388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2" name="直接连接符 42"/>
          <p:cNvCxnSpPr/>
          <p:nvPr>
            <p:custDataLst>
              <p:tags r:id="rId52"/>
            </p:custDataLst>
          </p:nvPr>
        </p:nvCxnSpPr>
        <p:spPr bwMode="auto">
          <a:xfrm>
            <a:off x="5776913" y="551338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840" name="矩形 43"/>
          <p:cNvSpPr/>
          <p:nvPr>
            <p:custDataLst>
              <p:tags r:id="rId53"/>
            </p:custDataLst>
          </p:nvPr>
        </p:nvSpPr>
        <p:spPr bwMode="auto">
          <a:xfrm>
            <a:off x="1506538" y="6300788"/>
            <a:ext cx="2508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E6EA243-E751-443B-8655-E8C025F61098}" type="datetime'A''''''''''''''''0''''''''0''''''''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1" name="矩形 44"/>
          <p:cNvSpPr/>
          <p:nvPr>
            <p:custDataLst>
              <p:tags r:id="rId54"/>
            </p:custDataLst>
          </p:nvPr>
        </p:nvSpPr>
        <p:spPr bwMode="auto">
          <a:xfrm>
            <a:off x="2536825" y="6300788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CB7F965-3C00-4AC6-931F-604C8ECF41CF}" type="datetime'''''''A''''''''''0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2" name="矩形 45"/>
          <p:cNvSpPr/>
          <p:nvPr>
            <p:custDataLst>
              <p:tags r:id="rId55"/>
            </p:custDataLst>
          </p:nvPr>
        </p:nvSpPr>
        <p:spPr bwMode="auto">
          <a:xfrm>
            <a:off x="3565525" y="6300788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A1F8D38-B72C-4A89-BFA6-133E8393F714}" type="datetime'''''''''''A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3" name="矩形 46"/>
          <p:cNvSpPr/>
          <p:nvPr>
            <p:custDataLst>
              <p:tags r:id="rId56"/>
            </p:custDataLst>
          </p:nvPr>
        </p:nvSpPr>
        <p:spPr bwMode="auto">
          <a:xfrm>
            <a:off x="4560888" y="6300788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D3666C6-6744-47FC-8AD8-0D6075BAE519}" type="datetime'''''''''''''''''''''''''''''''''''''B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4" name="矩形 47"/>
          <p:cNvSpPr/>
          <p:nvPr>
            <p:custDataLst>
              <p:tags r:id="rId57"/>
            </p:custDataLst>
          </p:nvPr>
        </p:nvSpPr>
        <p:spPr bwMode="auto">
          <a:xfrm>
            <a:off x="5503863" y="6300788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41A03A2-8357-48B7-8ACB-5C37F51B996F}" type="datetime'''''''''''''''''''''''''C''''+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5" name="椭圆 48"/>
          <p:cNvSpPr/>
          <p:nvPr>
            <p:custDataLst>
              <p:tags r:id="rId58"/>
            </p:custDataLst>
          </p:nvPr>
        </p:nvSpPr>
        <p:spPr bwMode="auto">
          <a:xfrm>
            <a:off x="1319213" y="56578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-65.4%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6" name="椭圆 49"/>
          <p:cNvSpPr/>
          <p:nvPr>
            <p:custDataLst>
              <p:tags r:id="rId59"/>
            </p:custDataLst>
          </p:nvPr>
        </p:nvSpPr>
        <p:spPr bwMode="auto">
          <a:xfrm>
            <a:off x="2311400" y="551338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-15.4%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7" name="椭圆 50"/>
          <p:cNvSpPr/>
          <p:nvPr>
            <p:custDataLst>
              <p:tags r:id="rId60"/>
            </p:custDataLst>
          </p:nvPr>
        </p:nvSpPr>
        <p:spPr bwMode="auto">
          <a:xfrm>
            <a:off x="3302000" y="48958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-23.9%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8" name="椭圆 51"/>
          <p:cNvSpPr/>
          <p:nvPr>
            <p:custDataLst>
              <p:tags r:id="rId61"/>
            </p:custDataLst>
          </p:nvPr>
        </p:nvSpPr>
        <p:spPr bwMode="auto">
          <a:xfrm>
            <a:off x="4294188" y="4887913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-17.0%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9" name="椭圆 52"/>
          <p:cNvSpPr/>
          <p:nvPr>
            <p:custDataLst>
              <p:tags r:id="rId62"/>
            </p:custDataLst>
          </p:nvPr>
        </p:nvSpPr>
        <p:spPr bwMode="auto">
          <a:xfrm>
            <a:off x="5311775" y="5405438"/>
            <a:ext cx="5762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3.3%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50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51" name="文本占位符 12"/>
          <p:cNvSpPr txBox="1"/>
          <p:nvPr/>
        </p:nvSpPr>
        <p:spPr bwMode="auto">
          <a:xfrm>
            <a:off x="781085" y="5460945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52" name="矩形 21"/>
          <p:cNvSpPr/>
          <p:nvPr/>
        </p:nvSpPr>
        <p:spPr>
          <a:xfrm>
            <a:off x="6427786" y="2220917"/>
            <a:ext cx="5068890" cy="423227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3145843" name="直接连接符 30"/>
          <p:cNvCxnSpPr/>
          <p:nvPr>
            <p:custDataLst>
              <p:tags r:id="rId63"/>
            </p:custDataLst>
          </p:nvPr>
        </p:nvCxnSpPr>
        <p:spPr bwMode="auto">
          <a:xfrm>
            <a:off x="7413625" y="2787650"/>
            <a:ext cx="561975" cy="31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4" name="直接连接符 53"/>
          <p:cNvCxnSpPr/>
          <p:nvPr>
            <p:custDataLst>
              <p:tags r:id="rId64"/>
            </p:custDataLst>
          </p:nvPr>
        </p:nvCxnSpPr>
        <p:spPr bwMode="auto">
          <a:xfrm>
            <a:off x="7413625" y="2855913"/>
            <a:ext cx="5619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5" name="直接连接符 58"/>
          <p:cNvCxnSpPr/>
          <p:nvPr>
            <p:custDataLst>
              <p:tags r:id="rId65"/>
            </p:custDataLst>
          </p:nvPr>
        </p:nvCxnSpPr>
        <p:spPr bwMode="auto">
          <a:xfrm>
            <a:off x="7413625" y="3214688"/>
            <a:ext cx="561975" cy="63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6" name="直接连接符 59"/>
          <p:cNvCxnSpPr/>
          <p:nvPr>
            <p:custDataLst>
              <p:tags r:id="rId66"/>
            </p:custDataLst>
          </p:nvPr>
        </p:nvCxnSpPr>
        <p:spPr bwMode="auto">
          <a:xfrm flipV="1">
            <a:off x="7413625" y="4219575"/>
            <a:ext cx="561975" cy="269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7" name="直接连接符 60"/>
          <p:cNvCxnSpPr/>
          <p:nvPr>
            <p:custDataLst>
              <p:tags r:id="rId67"/>
            </p:custDataLst>
          </p:nvPr>
        </p:nvCxnSpPr>
        <p:spPr bwMode="auto">
          <a:xfrm>
            <a:off x="7413625" y="5400675"/>
            <a:ext cx="561975" cy="63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8" name="直接连接符 61"/>
          <p:cNvCxnSpPr/>
          <p:nvPr>
            <p:custDataLst>
              <p:tags r:id="rId68"/>
            </p:custDataLst>
          </p:nvPr>
        </p:nvCxnSpPr>
        <p:spPr bwMode="auto">
          <a:xfrm flipV="1">
            <a:off x="9948863" y="2787650"/>
            <a:ext cx="561975" cy="63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9" name="直接连接符 62"/>
          <p:cNvCxnSpPr/>
          <p:nvPr>
            <p:custDataLst>
              <p:tags r:id="rId69"/>
            </p:custDataLst>
          </p:nvPr>
        </p:nvCxnSpPr>
        <p:spPr bwMode="auto">
          <a:xfrm flipV="1">
            <a:off x="9948863" y="2840038"/>
            <a:ext cx="561975" cy="841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0" name="直接连接符 63"/>
          <p:cNvCxnSpPr/>
          <p:nvPr>
            <p:custDataLst>
              <p:tags r:id="rId70"/>
            </p:custDataLst>
          </p:nvPr>
        </p:nvCxnSpPr>
        <p:spPr bwMode="auto">
          <a:xfrm flipV="1">
            <a:off x="9948863" y="3127375"/>
            <a:ext cx="561975" cy="809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1" name="直接连接符 64"/>
          <p:cNvCxnSpPr/>
          <p:nvPr>
            <p:custDataLst>
              <p:tags r:id="rId71"/>
            </p:custDataLst>
          </p:nvPr>
        </p:nvCxnSpPr>
        <p:spPr bwMode="auto">
          <a:xfrm flipV="1">
            <a:off x="9948863" y="4222750"/>
            <a:ext cx="561975" cy="920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2" name="直接连接符 65"/>
          <p:cNvCxnSpPr/>
          <p:nvPr>
            <p:custDataLst>
              <p:tags r:id="rId72"/>
            </p:custDataLst>
          </p:nvPr>
        </p:nvCxnSpPr>
        <p:spPr bwMode="auto">
          <a:xfrm flipV="1">
            <a:off x="9948863" y="5419725"/>
            <a:ext cx="561975" cy="619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194366" name="Chart 3"/>
          <p:cNvGraphicFramePr/>
          <p:nvPr>
            <p:custDataLst>
              <p:tags r:id="rId73"/>
            </p:custDataLst>
          </p:nvPr>
        </p:nvGraphicFramePr>
        <p:xfrm>
          <a:off x="6345238" y="2562225"/>
          <a:ext cx="5233987" cy="3546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48853" name="矩形 8"/>
          <p:cNvSpPr/>
          <p:nvPr>
            <p:custDataLst>
              <p:tags r:id="rId74"/>
            </p:custDataLst>
          </p:nvPr>
        </p:nvSpPr>
        <p:spPr bwMode="gray">
          <a:xfrm>
            <a:off x="6897688" y="2752725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1516B31-2B69-416C-B496-4F11C8BFE1BA}" type="datetime'2''''''''''''''''''''''''''''''''''''''.2''''%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54" name="矩形 67"/>
          <p:cNvSpPr/>
          <p:nvPr>
            <p:custDataLst>
              <p:tags r:id="rId75"/>
            </p:custDataLst>
          </p:nvPr>
        </p:nvSpPr>
        <p:spPr bwMode="auto">
          <a:xfrm>
            <a:off x="6853238" y="5926138"/>
            <a:ext cx="415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D58FEE2-59B3-4586-BF7D-72288D3F5C25}" type="datetime'''''2''''''''''''''0''''''2''''6''''''.''''''''''''4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55" name="矩形 4"/>
          <p:cNvSpPr/>
          <p:nvPr>
            <p:custDataLst>
              <p:tags r:id="rId76"/>
            </p:custDataLst>
          </p:nvPr>
        </p:nvSpPr>
        <p:spPr bwMode="gray">
          <a:xfrm>
            <a:off x="8164513" y="2754313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CCA4019-8EF7-442F-8D20-05B684362983}" type="datetime'''''2.''''''''''''''''''''''''''1''''''''%''''''''''''''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56" name="矩形 69"/>
          <p:cNvSpPr/>
          <p:nvPr>
            <p:custDataLst>
              <p:tags r:id="rId77"/>
            </p:custDataLst>
          </p:nvPr>
        </p:nvSpPr>
        <p:spPr bwMode="auto">
          <a:xfrm>
            <a:off x="8120063" y="5926138"/>
            <a:ext cx="415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9D43C1D1-D181-44B9-939A-FFE2D1B9D4D6}" type="datetime'''''''''''2''''''02''''''6''.''''5''''''''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57" name="矩形 70"/>
          <p:cNvSpPr/>
          <p:nvPr>
            <p:custDataLst>
              <p:tags r:id="rId78"/>
            </p:custDataLst>
          </p:nvPr>
        </p:nvSpPr>
        <p:spPr bwMode="auto">
          <a:xfrm>
            <a:off x="9286875" y="5926138"/>
            <a:ext cx="6207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A7C5E9AC-E74D-4B7F-8B3A-71BE53CC1639}" type="datetime'''''''2''02''''5.1''''''''''-1''''2''''''''''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58" name="矩形 5"/>
          <p:cNvSpPr/>
          <p:nvPr>
            <p:custDataLst>
              <p:tags r:id="rId79"/>
            </p:custDataLst>
          </p:nvPr>
        </p:nvSpPr>
        <p:spPr bwMode="gray">
          <a:xfrm>
            <a:off x="10699750" y="2744788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1D9465D-A6B2-4800-82F6-4BDD5AFF225B}" type="datetime'''''''''''''''1''''''''''.''7''''''%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59" name="矩形 73"/>
          <p:cNvSpPr/>
          <p:nvPr>
            <p:custDataLst>
              <p:tags r:id="rId80"/>
            </p:custDataLst>
          </p:nvPr>
        </p:nvSpPr>
        <p:spPr bwMode="auto">
          <a:xfrm>
            <a:off x="10590213" y="592613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CCBCF71-E09E-46C7-BC6C-BF568C2DF08F}" type="datetime'''''''''''2''''''''''0''2''''''''''''''''''6.''1''-5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0" name="矩形 74"/>
          <p:cNvSpPr/>
          <p:nvPr>
            <p:custDataLst>
              <p:tags r:id="rId81"/>
            </p:custDataLst>
          </p:nvPr>
        </p:nvSpPr>
        <p:spPr bwMode="auto">
          <a:xfrm>
            <a:off x="7842250" y="2392363"/>
            <a:ext cx="187325" cy="1397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1" name="矩形 75"/>
          <p:cNvSpPr/>
          <p:nvPr>
            <p:custDataLst>
              <p:tags r:id="rId82"/>
            </p:custDataLst>
          </p:nvPr>
        </p:nvSpPr>
        <p:spPr bwMode="auto">
          <a:xfrm>
            <a:off x="8431213" y="2392363"/>
            <a:ext cx="187325" cy="139700"/>
          </a:xfrm>
          <a:prstGeom prst="rect">
            <a:avLst/>
          </a:prstGeom>
          <a:solidFill>
            <a:srgbClr val="6F8DB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2" name="矩形 76"/>
          <p:cNvSpPr/>
          <p:nvPr>
            <p:custDataLst>
              <p:tags r:id="rId83"/>
            </p:custDataLst>
          </p:nvPr>
        </p:nvSpPr>
        <p:spPr bwMode="auto">
          <a:xfrm>
            <a:off x="8942388" y="2392363"/>
            <a:ext cx="187325" cy="139700"/>
          </a:xfrm>
          <a:prstGeom prst="rect">
            <a:avLst/>
          </a:prstGeom>
          <a:solidFill>
            <a:srgbClr val="9DB1C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3" name="矩形 77"/>
          <p:cNvSpPr/>
          <p:nvPr>
            <p:custDataLst>
              <p:tags r:id="rId84"/>
            </p:custDataLst>
          </p:nvPr>
        </p:nvSpPr>
        <p:spPr bwMode="auto">
          <a:xfrm>
            <a:off x="9375775" y="2392363"/>
            <a:ext cx="187325" cy="139700"/>
          </a:xfrm>
          <a:prstGeom prst="rect">
            <a:avLst/>
          </a:prstGeom>
          <a:solidFill>
            <a:srgbClr val="C3CFE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4" name="矩形 78"/>
          <p:cNvSpPr/>
          <p:nvPr>
            <p:custDataLst>
              <p:tags r:id="rId85"/>
            </p:custDataLst>
          </p:nvPr>
        </p:nvSpPr>
        <p:spPr bwMode="auto">
          <a:xfrm>
            <a:off x="9799638" y="2392363"/>
            <a:ext cx="187325" cy="139700"/>
          </a:xfrm>
          <a:prstGeom prst="rect">
            <a:avLst/>
          </a:prstGeom>
          <a:solidFill>
            <a:srgbClr val="DFE5E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5" name="矩形 79"/>
          <p:cNvSpPr/>
          <p:nvPr>
            <p:custDataLst>
              <p:tags r:id="rId86"/>
            </p:custDataLst>
          </p:nvPr>
        </p:nvSpPr>
        <p:spPr bwMode="auto">
          <a:xfrm>
            <a:off x="8080375" y="2387600"/>
            <a:ext cx="249238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64226AE3-50C1-424B-A805-641380C37682}" type="datetime'''''''''A''''''0''0''''''''''''''''''''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6" name="矩形 80"/>
          <p:cNvSpPr/>
          <p:nvPr>
            <p:custDataLst>
              <p:tags r:id="rId87"/>
            </p:custDataLst>
          </p:nvPr>
        </p:nvSpPr>
        <p:spPr bwMode="auto">
          <a:xfrm>
            <a:off x="8669338" y="2387600"/>
            <a:ext cx="171450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EA3FB348-F380-44A4-9ABF-D9B33F57BDDF}" type="datetime'A''''''''''''''''''''''''''''''''''''''''''''''''''''''0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7" name="矩形 81"/>
          <p:cNvSpPr/>
          <p:nvPr>
            <p:custDataLst>
              <p:tags r:id="rId88"/>
            </p:custDataLst>
          </p:nvPr>
        </p:nvSpPr>
        <p:spPr bwMode="auto">
          <a:xfrm>
            <a:off x="9180513" y="2387600"/>
            <a:ext cx="93663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4A5A65AE-E705-40B3-9895-51DCC3105A86}" type="datetime'''''''''''''''''''''''''''''''''''''''A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8" name="矩形 82"/>
          <p:cNvSpPr/>
          <p:nvPr>
            <p:custDataLst>
              <p:tags r:id="rId89"/>
            </p:custDataLst>
          </p:nvPr>
        </p:nvSpPr>
        <p:spPr bwMode="auto">
          <a:xfrm>
            <a:off x="9613900" y="2387600"/>
            <a:ext cx="84138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0E1E910B-7DC7-423E-A66D-4E14A11F58AD}" type="datetime'''''''''''''''''''''''''''''''''''''''''B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9" name="矩形 83"/>
          <p:cNvSpPr/>
          <p:nvPr>
            <p:custDataLst>
              <p:tags r:id="rId90"/>
            </p:custDataLst>
          </p:nvPr>
        </p:nvSpPr>
        <p:spPr bwMode="auto">
          <a:xfrm>
            <a:off x="10037763" y="2387600"/>
            <a:ext cx="187325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2D0D44B2-9373-4737-879E-66FDD99538D9}" type="datetime'''''''C''''''+''''''''''''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70" name="文本占位符 12"/>
          <p:cNvSpPr txBox="1"/>
          <p:nvPr/>
        </p:nvSpPr>
        <p:spPr bwMode="auto">
          <a:xfrm>
            <a:off x="7090822" y="6122694"/>
            <a:ext cx="1311960" cy="24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单月份额变化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71" name="文本占位符 12"/>
          <p:cNvSpPr txBox="1"/>
          <p:nvPr/>
        </p:nvSpPr>
        <p:spPr bwMode="auto">
          <a:xfrm>
            <a:off x="9707566" y="6115459"/>
            <a:ext cx="1311960" cy="24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000000"/>
                </a:solidFill>
              </a:rPr>
              <a:t>累计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份额变化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45853" name="直接连接符 86"/>
          <p:cNvCxnSpPr>
            <a:endCxn id="1048852" idx="2"/>
          </p:cNvCxnSpPr>
          <p:nvPr/>
        </p:nvCxnSpPr>
        <p:spPr>
          <a:xfrm>
            <a:off x="8962231" y="2744788"/>
            <a:ext cx="0" cy="3708401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4367" name="当前期间标签_1"/>
          <p:cNvSpPr/>
          <p:nvPr/>
        </p:nvSpPr>
        <p:spPr>
          <a:xfrm>
            <a:off x="6580768" y="5888818"/>
            <a:ext cx="99445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000000"/>
                </a:solidFill>
                <a:latin typeface="Arial"/>
              </a:rPr>
              <a:t>2026.5</a:t>
            </a:r>
          </a:p>
        </p:txBody>
      </p:sp>
      <p:sp>
        <p:nvSpPr>
          <p:cNvPr id="4194368" name="当前期间标签_2"/>
          <p:cNvSpPr/>
          <p:nvPr/>
        </p:nvSpPr>
        <p:spPr>
          <a:xfrm>
            <a:off x="7836925" y="5888818"/>
            <a:ext cx="99445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000000"/>
                </a:solidFill>
                <a:latin typeface="Arial"/>
              </a:rPr>
              <a:t>2026.6</a:t>
            </a:r>
          </a:p>
        </p:txBody>
      </p:sp>
      <p:sp>
        <p:nvSpPr>
          <p:cNvPr id="4194369" name="当前期间标签_3"/>
          <p:cNvSpPr/>
          <p:nvPr/>
        </p:nvSpPr>
        <p:spPr>
          <a:xfrm>
            <a:off x="9093081" y="5888818"/>
            <a:ext cx="99445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000000"/>
                </a:solidFill>
                <a:latin typeface="Arial"/>
              </a:rPr>
              <a:t>2025.1-12</a:t>
            </a:r>
          </a:p>
        </p:txBody>
      </p:sp>
      <p:sp>
        <p:nvSpPr>
          <p:cNvPr id="4194370" name="当前期间标签_4"/>
          <p:cNvSpPr/>
          <p:nvPr/>
        </p:nvSpPr>
        <p:spPr>
          <a:xfrm>
            <a:off x="10349238" y="5888818"/>
            <a:ext cx="99445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000000"/>
                </a:solidFill>
                <a:latin typeface="Arial"/>
              </a:rPr>
              <a:t>2026.1-6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67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5" imgW="5080" imgH="5080" progId="TCLayout.ActiveDocument.1">
                  <p:embed/>
                </p:oleObj>
              </mc:Choice>
              <mc:Fallback>
                <p:oleObj name="think-cell 幻灯片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87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2.3 轿车级别：A0市场同比降幅相对较小，A00市场同比承压</a:t>
            </a:r>
            <a:r>
              <a:rPr lang="zh-CN" altLang="en-US" b="1"/>
              <a:t/>
            </a:r>
            <a:r>
              <a:rPr lang="en-US" altLang="zh-CN" b="1"/>
              <a:t/>
            </a:r>
            <a:r>
              <a:rPr lang="zh-CN" altLang="en-US" b="1"/>
              <a:t/>
            </a:r>
            <a:r>
              <a:rPr lang="en-US" altLang="zh-CN" b="1"/>
              <a:t/>
            </a:r>
            <a:r>
              <a:rPr lang="zh-CN" altLang="en-US" b="1"/>
              <a:t/>
            </a:r>
            <a:endParaRPr lang="zh-CN" altLang="en-US" b="1" dirty="0"/>
          </a:p>
        </p:txBody>
      </p:sp>
      <p:sp>
        <p:nvSpPr>
          <p:cNvPr id="104887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830997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2026年6月，A0同比-16.5%，在本层级中表现相对较好；A00同比-65.6%，是当前主要拖累项。当前验数表可支撑结构变化判断；具体产品、政策和品牌驱动需结合车型明细与公开证据进一步核验。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874" name="矩形 54"/>
          <p:cNvSpPr/>
          <p:nvPr/>
        </p:nvSpPr>
        <p:spPr>
          <a:xfrm>
            <a:off x="689943" y="2236503"/>
            <a:ext cx="5642899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875" name="文本占位符 12"/>
          <p:cNvSpPr txBox="1"/>
          <p:nvPr/>
        </p:nvSpPr>
        <p:spPr bwMode="auto">
          <a:xfrm>
            <a:off x="701748" y="1890172"/>
            <a:ext cx="5642899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2026年6月轿车分级别市场表现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76" name="文本占位符 12"/>
          <p:cNvSpPr txBox="1"/>
          <p:nvPr/>
        </p:nvSpPr>
        <p:spPr bwMode="auto">
          <a:xfrm>
            <a:off x="6623757" y="1891450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zh-CN" altLang="en-US" b="1">
                <a:solidFill>
                  <a:srgbClr val="000000"/>
                </a:solidFill>
              </a:rPr>
              <a:t>轿车分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级别份额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68" name="表格 57"/>
          <p:cNvGraphicFramePr>
            <a:graphicFrameLocks noGrp="1"/>
          </p:cNvGraphicFramePr>
          <p:nvPr/>
        </p:nvGraphicFramePr>
        <p:xfrm>
          <a:off x="696400" y="4116388"/>
          <a:ext cx="5629983" cy="554198"/>
        </p:xfrm>
        <a:graphic>
          <a:graphicData uri="http://schemas.openxmlformats.org/drawingml/2006/table">
            <a:tbl>
              <a:tblPr firstRow="1" bandRow="1"/>
              <a:tblGrid>
                <a:gridCol w="498094"/>
                <a:gridCol w="851254"/>
                <a:gridCol w="1070884"/>
                <a:gridCol w="1110921"/>
                <a:gridCol w="1049415"/>
                <a:gridCol w="1049415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-11.9%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9.0%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28.7%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36.8%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15.5%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877" name="文本占位符 12"/>
          <p:cNvSpPr txBox="1"/>
          <p:nvPr/>
        </p:nvSpPr>
        <p:spPr bwMode="auto">
          <a:xfrm>
            <a:off x="720616" y="2280851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78" name="文本占位符 5"/>
          <p:cNvSpPr txBox="1"/>
          <p:nvPr/>
        </p:nvSpPr>
        <p:spPr>
          <a:xfrm>
            <a:off x="661298" y="6498936"/>
            <a:ext cx="9326218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数据来源：中汽数据有限公司终端零售数据，右侧份额为在对应细分市场份额；蓝色填充为传统车型，绿色填充为新能源车型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/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69" name="Chart 3"/>
          <p:cNvGraphicFramePr/>
          <p:nvPr>
            <p:custDataLst>
              <p:tags r:id="rId7"/>
            </p:custDataLst>
          </p:nvPr>
        </p:nvGraphicFramePr>
        <p:xfrm>
          <a:off x="1065213" y="2767013"/>
          <a:ext cx="5307012" cy="133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854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477963" y="3300413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5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477963" y="3300413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6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1844675" y="3300413"/>
            <a:ext cx="0" cy="2905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7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2506663" y="313055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8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2506663" y="3130550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9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2873375" y="313055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0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3535363" y="2784475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1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3535363" y="2784475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2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3902075" y="2784475"/>
            <a:ext cx="0" cy="4191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3" name="直接连接符 126"/>
          <p:cNvCxnSpPr/>
          <p:nvPr>
            <p:custDataLst>
              <p:tags r:id="rId17"/>
            </p:custDataLst>
          </p:nvPr>
        </p:nvCxnSpPr>
        <p:spPr bwMode="auto">
          <a:xfrm flipV="1">
            <a:off x="4562475" y="27066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4" name="直接连接符 191"/>
          <p:cNvCxnSpPr/>
          <p:nvPr>
            <p:custDataLst>
              <p:tags r:id="rId18"/>
            </p:custDataLst>
          </p:nvPr>
        </p:nvCxnSpPr>
        <p:spPr bwMode="auto">
          <a:xfrm>
            <a:off x="4562475" y="2706688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5" name="直接连接符 192"/>
          <p:cNvCxnSpPr/>
          <p:nvPr>
            <p:custDataLst>
              <p:tags r:id="rId19"/>
            </p:custDataLst>
          </p:nvPr>
        </p:nvCxnSpPr>
        <p:spPr bwMode="auto">
          <a:xfrm>
            <a:off x="4929188" y="2706688"/>
            <a:ext cx="0" cy="4111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6" name="直接连接符 193"/>
          <p:cNvCxnSpPr/>
          <p:nvPr>
            <p:custDataLst>
              <p:tags r:id="rId20"/>
            </p:custDataLst>
          </p:nvPr>
        </p:nvCxnSpPr>
        <p:spPr bwMode="auto">
          <a:xfrm flipV="1">
            <a:off x="5591175" y="3151188"/>
            <a:ext cx="0" cy="2000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7" name="直接连接符 194"/>
          <p:cNvCxnSpPr/>
          <p:nvPr>
            <p:custDataLst>
              <p:tags r:id="rId21"/>
            </p:custDataLst>
          </p:nvPr>
        </p:nvCxnSpPr>
        <p:spPr bwMode="auto">
          <a:xfrm>
            <a:off x="5591175" y="3151188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8" name="直接连接符 196"/>
          <p:cNvCxnSpPr/>
          <p:nvPr>
            <p:custDataLst>
              <p:tags r:id="rId22"/>
            </p:custDataLst>
          </p:nvPr>
        </p:nvCxnSpPr>
        <p:spPr bwMode="auto">
          <a:xfrm>
            <a:off x="5957888" y="315118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879" name="矩形 198"/>
          <p:cNvSpPr/>
          <p:nvPr>
            <p:custDataLst>
              <p:tags r:id="rId23"/>
            </p:custDataLst>
          </p:nvPr>
        </p:nvSpPr>
        <p:spPr bwMode="auto">
          <a:xfrm>
            <a:off x="1535113" y="3921125"/>
            <a:ext cx="2508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677110A-6E3C-41A4-9E5D-2143B39CD681}" type="datetime'''''''''''''''''''''''''''''''''''''''''''''''''A''''0''''''0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0" name="矩形 199"/>
          <p:cNvSpPr/>
          <p:nvPr>
            <p:custDataLst>
              <p:tags r:id="rId24"/>
            </p:custDataLst>
          </p:nvPr>
        </p:nvSpPr>
        <p:spPr bwMode="auto">
          <a:xfrm>
            <a:off x="2601913" y="3921125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632EC27-11E8-49A4-BED6-650283857432}" type="datetime'''''''''''''''''''''''''A''''''''''''''0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1" name="矩形 201"/>
          <p:cNvSpPr/>
          <p:nvPr>
            <p:custDataLst>
              <p:tags r:id="rId25"/>
            </p:custDataLst>
          </p:nvPr>
        </p:nvSpPr>
        <p:spPr bwMode="auto">
          <a:xfrm>
            <a:off x="3667125" y="3921125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2C35B33-4FB0-418E-878E-48E911850CAC}" type="datetime'''''''''''''''''A''''''''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2" name="矩形 197"/>
          <p:cNvSpPr/>
          <p:nvPr>
            <p:custDataLst>
              <p:tags r:id="rId26"/>
            </p:custDataLst>
          </p:nvPr>
        </p:nvSpPr>
        <p:spPr bwMode="auto">
          <a:xfrm>
            <a:off x="4699000" y="3921125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2794A0F-0F8A-4CB4-BAB3-DFDC6E78F5E6}" type="datetime'''''''''''B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3" name="矩形 200"/>
          <p:cNvSpPr/>
          <p:nvPr>
            <p:custDataLst>
              <p:tags r:id="rId27"/>
            </p:custDataLst>
          </p:nvPr>
        </p:nvSpPr>
        <p:spPr bwMode="auto">
          <a:xfrm>
            <a:off x="5678488" y="3921125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F8219C7-AE55-4355-8357-2D8B86E3BE82}" type="datetime'''''''''''''''C+''''''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4" name="椭圆 202"/>
          <p:cNvSpPr/>
          <p:nvPr>
            <p:custDataLst>
              <p:tags r:id="rId28"/>
            </p:custDataLst>
          </p:nvPr>
        </p:nvSpPr>
        <p:spPr bwMode="auto">
          <a:xfrm>
            <a:off x="1347788" y="3192463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-65.6%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5" name="椭圆 203"/>
          <p:cNvSpPr/>
          <p:nvPr>
            <p:custDataLst>
              <p:tags r:id="rId29"/>
            </p:custDataLst>
          </p:nvPr>
        </p:nvSpPr>
        <p:spPr bwMode="auto">
          <a:xfrm>
            <a:off x="2430463" y="3022600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-16.5%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6" name="椭圆 204"/>
          <p:cNvSpPr/>
          <p:nvPr>
            <p:custDataLst>
              <p:tags r:id="rId30"/>
            </p:custDataLst>
          </p:nvPr>
        </p:nvSpPr>
        <p:spPr bwMode="auto">
          <a:xfrm>
            <a:off x="3405188" y="267652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-36.4%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7" name="椭圆 205"/>
          <p:cNvSpPr/>
          <p:nvPr>
            <p:custDataLst>
              <p:tags r:id="rId31"/>
            </p:custDataLst>
          </p:nvPr>
        </p:nvSpPr>
        <p:spPr bwMode="auto">
          <a:xfrm>
            <a:off x="4432300" y="25987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-24.7%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8" name="椭圆 206"/>
          <p:cNvSpPr/>
          <p:nvPr>
            <p:custDataLst>
              <p:tags r:id="rId32"/>
            </p:custDataLst>
          </p:nvPr>
        </p:nvSpPr>
        <p:spPr bwMode="auto">
          <a:xfrm>
            <a:off x="5461000" y="30432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-17.3%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9" name="矩形 14"/>
          <p:cNvSpPr/>
          <p:nvPr/>
        </p:nvSpPr>
        <p:spPr>
          <a:xfrm>
            <a:off x="6443662" y="2236503"/>
            <a:ext cx="5053014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890" name="矩形 34"/>
          <p:cNvSpPr/>
          <p:nvPr>
            <p:custDataLst>
              <p:tags r:id="rId33"/>
            </p:custDataLst>
          </p:nvPr>
        </p:nvSpPr>
        <p:spPr bwMode="auto">
          <a:xfrm>
            <a:off x="2852738" y="2357438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91" name="矩形 36"/>
          <p:cNvSpPr/>
          <p:nvPr>
            <p:custDataLst>
              <p:tags r:id="rId34"/>
            </p:custDataLst>
          </p:nvPr>
        </p:nvSpPr>
        <p:spPr bwMode="auto">
          <a:xfrm>
            <a:off x="3575050" y="2357438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92" name="矩形 33"/>
          <p:cNvSpPr/>
          <p:nvPr>
            <p:custDataLst>
              <p:tags r:id="rId35"/>
            </p:custDataLst>
          </p:nvPr>
        </p:nvSpPr>
        <p:spPr bwMode="auto">
          <a:xfrm>
            <a:off x="3117850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3" name="矩形 31"/>
          <p:cNvSpPr/>
          <p:nvPr>
            <p:custDataLst>
              <p:tags r:id="rId36"/>
            </p:custDataLst>
          </p:nvPr>
        </p:nvSpPr>
        <p:spPr bwMode="auto">
          <a:xfrm>
            <a:off x="3840163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70" name="Chart 3"/>
          <p:cNvGraphicFramePr/>
          <p:nvPr>
            <p:custDataLst>
              <p:tags r:id="rId37"/>
            </p:custDataLst>
          </p:nvPr>
        </p:nvGraphicFramePr>
        <p:xfrm>
          <a:off x="1054100" y="4924425"/>
          <a:ext cx="5307013" cy="1233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869" name="直接连接符 22"/>
          <p:cNvCxnSpPr/>
          <p:nvPr>
            <p:custDataLst>
              <p:tags r:id="rId38"/>
            </p:custDataLst>
          </p:nvPr>
        </p:nvCxnSpPr>
        <p:spPr bwMode="auto">
          <a:xfrm flipV="1">
            <a:off x="1466850" y="53721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0" name="直接连接符 23"/>
          <p:cNvCxnSpPr/>
          <p:nvPr>
            <p:custDataLst>
              <p:tags r:id="rId39"/>
            </p:custDataLst>
          </p:nvPr>
        </p:nvCxnSpPr>
        <p:spPr bwMode="auto">
          <a:xfrm>
            <a:off x="1466850" y="5372100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1" name="直接连接符 24"/>
          <p:cNvCxnSpPr/>
          <p:nvPr>
            <p:custDataLst>
              <p:tags r:id="rId40"/>
            </p:custDataLst>
          </p:nvPr>
        </p:nvCxnSpPr>
        <p:spPr bwMode="auto">
          <a:xfrm>
            <a:off x="1833563" y="5372100"/>
            <a:ext cx="0" cy="3000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2" name="直接连接符 25"/>
          <p:cNvCxnSpPr/>
          <p:nvPr>
            <p:custDataLst>
              <p:tags r:id="rId41"/>
            </p:custDataLst>
          </p:nvPr>
        </p:nvCxnSpPr>
        <p:spPr bwMode="auto">
          <a:xfrm flipV="1">
            <a:off x="2495550" y="5273675"/>
            <a:ext cx="0" cy="2190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3" name="直接连接符 26"/>
          <p:cNvCxnSpPr/>
          <p:nvPr>
            <p:custDataLst>
              <p:tags r:id="rId42"/>
            </p:custDataLst>
          </p:nvPr>
        </p:nvCxnSpPr>
        <p:spPr bwMode="auto">
          <a:xfrm>
            <a:off x="2495550" y="5273675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4" name="直接连接符 27"/>
          <p:cNvCxnSpPr/>
          <p:nvPr>
            <p:custDataLst>
              <p:tags r:id="rId43"/>
            </p:custDataLst>
          </p:nvPr>
        </p:nvCxnSpPr>
        <p:spPr bwMode="auto">
          <a:xfrm>
            <a:off x="2862263" y="52736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5" name="直接连接符 28"/>
          <p:cNvCxnSpPr/>
          <p:nvPr>
            <p:custDataLst>
              <p:tags r:id="rId44"/>
            </p:custDataLst>
          </p:nvPr>
        </p:nvCxnSpPr>
        <p:spPr bwMode="auto">
          <a:xfrm flipV="1">
            <a:off x="3524250" y="4879975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6" name="直接连接符 29"/>
          <p:cNvCxnSpPr/>
          <p:nvPr>
            <p:custDataLst>
              <p:tags r:id="rId45"/>
            </p:custDataLst>
          </p:nvPr>
        </p:nvCxnSpPr>
        <p:spPr bwMode="auto">
          <a:xfrm>
            <a:off x="3524250" y="4879975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7" name="直接连接符 32"/>
          <p:cNvCxnSpPr/>
          <p:nvPr>
            <p:custDataLst>
              <p:tags r:id="rId46"/>
            </p:custDataLst>
          </p:nvPr>
        </p:nvCxnSpPr>
        <p:spPr bwMode="auto">
          <a:xfrm>
            <a:off x="3890963" y="4879975"/>
            <a:ext cx="0" cy="3714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8" name="直接连接符 37"/>
          <p:cNvCxnSpPr/>
          <p:nvPr>
            <p:custDataLst>
              <p:tags r:id="rId47"/>
            </p:custDataLst>
          </p:nvPr>
        </p:nvCxnSpPr>
        <p:spPr bwMode="auto">
          <a:xfrm flipV="1">
            <a:off x="4551363" y="48641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9" name="直接连接符 38"/>
          <p:cNvCxnSpPr/>
          <p:nvPr>
            <p:custDataLst>
              <p:tags r:id="rId48"/>
            </p:custDataLst>
          </p:nvPr>
        </p:nvCxnSpPr>
        <p:spPr bwMode="auto">
          <a:xfrm>
            <a:off x="4551363" y="4864100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0" name="直接连接符 39"/>
          <p:cNvCxnSpPr/>
          <p:nvPr>
            <p:custDataLst>
              <p:tags r:id="rId49"/>
            </p:custDataLst>
          </p:nvPr>
        </p:nvCxnSpPr>
        <p:spPr bwMode="auto">
          <a:xfrm>
            <a:off x="4918075" y="4864100"/>
            <a:ext cx="0" cy="3476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1" name="直接连接符 40"/>
          <p:cNvCxnSpPr/>
          <p:nvPr>
            <p:custDataLst>
              <p:tags r:id="rId50"/>
            </p:custDataLst>
          </p:nvPr>
        </p:nvCxnSpPr>
        <p:spPr bwMode="auto">
          <a:xfrm flipV="1">
            <a:off x="5580063" y="5254625"/>
            <a:ext cx="0" cy="1984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2" name="直接连接符 41"/>
          <p:cNvCxnSpPr/>
          <p:nvPr>
            <p:custDataLst>
              <p:tags r:id="rId51"/>
            </p:custDataLst>
          </p:nvPr>
        </p:nvCxnSpPr>
        <p:spPr bwMode="auto">
          <a:xfrm>
            <a:off x="5580063" y="5254625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3" name="直接连接符 42"/>
          <p:cNvCxnSpPr/>
          <p:nvPr>
            <p:custDataLst>
              <p:tags r:id="rId52"/>
            </p:custDataLst>
          </p:nvPr>
        </p:nvCxnSpPr>
        <p:spPr bwMode="auto">
          <a:xfrm>
            <a:off x="5946775" y="525462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894" name="矩形 43"/>
          <p:cNvSpPr/>
          <p:nvPr>
            <p:custDataLst>
              <p:tags r:id="rId53"/>
            </p:custDataLst>
          </p:nvPr>
        </p:nvSpPr>
        <p:spPr bwMode="auto">
          <a:xfrm>
            <a:off x="1524000" y="5975350"/>
            <a:ext cx="2508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E6EA243-E751-443B-8655-E8C025F61098}" type="datetime'A''''''''''''''''0''''''''0''''''''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5" name="矩形 44"/>
          <p:cNvSpPr/>
          <p:nvPr>
            <p:custDataLst>
              <p:tags r:id="rId54"/>
            </p:custDataLst>
          </p:nvPr>
        </p:nvSpPr>
        <p:spPr bwMode="auto">
          <a:xfrm>
            <a:off x="2590800" y="5975350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CB7F965-3C00-4AC6-931F-604C8ECF41CF}" type="datetime'''''''A''''''''''0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6" name="矩形 45"/>
          <p:cNvSpPr/>
          <p:nvPr>
            <p:custDataLst>
              <p:tags r:id="rId55"/>
            </p:custDataLst>
          </p:nvPr>
        </p:nvSpPr>
        <p:spPr bwMode="auto">
          <a:xfrm>
            <a:off x="3656013" y="5975350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A1F8D38-B72C-4A89-BFA6-133E8393F714}" type="datetime'''''''''''A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7" name="矩形 46"/>
          <p:cNvSpPr/>
          <p:nvPr>
            <p:custDataLst>
              <p:tags r:id="rId56"/>
            </p:custDataLst>
          </p:nvPr>
        </p:nvSpPr>
        <p:spPr bwMode="auto">
          <a:xfrm>
            <a:off x="4687888" y="5975350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D3666C6-6744-47FC-8AD8-0D6075BAE519}" type="datetime'''''''''''''''''''''''''''''''''''''B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8" name="矩形 47"/>
          <p:cNvSpPr/>
          <p:nvPr>
            <p:custDataLst>
              <p:tags r:id="rId57"/>
            </p:custDataLst>
          </p:nvPr>
        </p:nvSpPr>
        <p:spPr bwMode="auto">
          <a:xfrm>
            <a:off x="5667375" y="5975350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41A03A2-8357-48B7-8ACB-5C37F51B996F}" type="datetime'''''''''''''''''''''''''C''''+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9" name="椭圆 48"/>
          <p:cNvSpPr/>
          <p:nvPr>
            <p:custDataLst>
              <p:tags r:id="rId58"/>
            </p:custDataLst>
          </p:nvPr>
        </p:nvSpPr>
        <p:spPr bwMode="auto">
          <a:xfrm>
            <a:off x="1336675" y="52641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-65.4%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0" name="椭圆 49"/>
          <p:cNvSpPr/>
          <p:nvPr>
            <p:custDataLst>
              <p:tags r:id="rId59"/>
            </p:custDataLst>
          </p:nvPr>
        </p:nvSpPr>
        <p:spPr bwMode="auto">
          <a:xfrm>
            <a:off x="2365375" y="516572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-16.9%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1" name="椭圆 50"/>
          <p:cNvSpPr/>
          <p:nvPr>
            <p:custDataLst>
              <p:tags r:id="rId60"/>
            </p:custDataLst>
          </p:nvPr>
        </p:nvSpPr>
        <p:spPr bwMode="auto">
          <a:xfrm>
            <a:off x="3394075" y="477202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-29.6%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2" name="椭圆 51"/>
          <p:cNvSpPr/>
          <p:nvPr>
            <p:custDataLst>
              <p:tags r:id="rId61"/>
            </p:custDataLst>
          </p:nvPr>
        </p:nvSpPr>
        <p:spPr bwMode="auto">
          <a:xfrm>
            <a:off x="4421188" y="47561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-24.0%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3" name="椭圆 52"/>
          <p:cNvSpPr/>
          <p:nvPr>
            <p:custDataLst>
              <p:tags r:id="rId62"/>
            </p:custDataLst>
          </p:nvPr>
        </p:nvSpPr>
        <p:spPr bwMode="auto">
          <a:xfrm>
            <a:off x="5449888" y="514667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-21.2%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4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05" name="文本占位符 12"/>
          <p:cNvSpPr txBox="1"/>
          <p:nvPr/>
        </p:nvSpPr>
        <p:spPr bwMode="auto">
          <a:xfrm>
            <a:off x="781085" y="5460945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71" name="表格 16"/>
          <p:cNvGraphicFramePr>
            <a:graphicFrameLocks noGrp="1"/>
          </p:cNvGraphicFramePr>
          <p:nvPr/>
        </p:nvGraphicFramePr>
        <p:xfrm>
          <a:off x="696870" y="6177387"/>
          <a:ext cx="5629983" cy="277099"/>
        </p:xfrm>
        <a:graphic>
          <a:graphicData uri="http://schemas.openxmlformats.org/drawingml/2006/table">
            <a:tbl>
              <a:tblPr firstRow="1" bandRow="1"/>
              <a:tblGrid>
                <a:gridCol w="498094"/>
                <a:gridCol w="851254"/>
                <a:gridCol w="1070884"/>
                <a:gridCol w="1110921"/>
                <a:gridCol w="1049415"/>
                <a:gridCol w="1049415"/>
              </a:tblGrid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13.7%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31.8%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35.5%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72" name="内容占位符 1"/>
          <p:cNvGraphicFramePr/>
          <p:nvPr/>
        </p:nvGraphicFramePr>
        <p:xfrm>
          <a:off x="6424479" y="2280851"/>
          <a:ext cx="5061216" cy="4106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4373" name="内容占位符 29"/>
          <p:cNvGraphicFramePr/>
          <p:nvPr/>
        </p:nvGraphicFramePr>
        <p:xfrm>
          <a:off x="8421830" y="2236690"/>
          <a:ext cx="3078638" cy="3966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625"/>
                <a:gridCol w="492125"/>
                <a:gridCol w="520806"/>
                <a:gridCol w="520806"/>
                <a:gridCol w="552919"/>
                <a:gridCol w="436357"/>
              </a:tblGrid>
              <a:tr h="24026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排名变化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累计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-21.1%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-17.8%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-30.4%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-32.8%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7.7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-48.7%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-19.2%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-24.8%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-63.3%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-27.1%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&gt;1000%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-56.7%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-19.5%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-19.1%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74" name="表格 19"/>
          <p:cNvGraphicFramePr>
            <a:graphicFrameLocks noGrp="1"/>
          </p:cNvGraphicFramePr>
          <p:nvPr/>
        </p:nvGraphicFramePr>
        <p:xfrm>
          <a:off x="6443663" y="6202991"/>
          <a:ext cx="5051468" cy="250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56"/>
                <a:gridCol w="1381212"/>
              </a:tblGrid>
              <a:tr h="2508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轿车TOP15车型累计份额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charset="-122"/>
                        </a:rPr>
                        <a:t>31.8%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906" name="文本框 20"/>
          <p:cNvSpPr txBox="1"/>
          <p:nvPr/>
        </p:nvSpPr>
        <p:spPr bwMode="auto">
          <a:xfrm rot="10800000" flipH="1" flipV="1">
            <a:off x="6434442" y="2243499"/>
            <a:ext cx="492595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07" name="矩形 5"/>
          <p:cNvSpPr/>
          <p:nvPr/>
        </p:nvSpPr>
        <p:spPr>
          <a:xfrm>
            <a:off x="6590991" y="2706688"/>
            <a:ext cx="4914192" cy="236536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08" name="矩形 11"/>
          <p:cNvSpPr/>
          <p:nvPr/>
        </p:nvSpPr>
        <p:spPr>
          <a:xfrm>
            <a:off x="6582483" y="4756150"/>
            <a:ext cx="4914192" cy="44348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75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5" imgW="5080" imgH="5080" progId="TCLayout.ActiveDocument.1">
                  <p:embed/>
                </p:oleObj>
              </mc:Choice>
              <mc:Fallback>
                <p:oleObj name="think-cell 幻灯片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909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2.4 SUV级别：C+市场同比正增长，A市场同比承压</a:t>
            </a:r>
            <a:r>
              <a:rPr lang="zh-CN" altLang="en-US" b="1"/>
              <a:t/>
            </a:r>
            <a:r>
              <a:rPr lang="en-US" altLang="zh-CN" b="1"/>
              <a:t/>
            </a:r>
            <a:r>
              <a:rPr lang="zh-CN" altLang="en-US" b="1"/>
              <a:t/>
            </a:r>
            <a:r>
              <a:rPr lang="en-US" altLang="zh-CN" b="1"/>
              <a:t/>
            </a:r>
            <a:r>
              <a:rPr lang="zh-CN" altLang="en-US" b="1"/>
              <a:t/>
            </a:r>
            <a:endParaRPr lang="zh-CN" altLang="en-US" b="1" dirty="0"/>
          </a:p>
        </p:txBody>
      </p:sp>
      <p:sp>
        <p:nvSpPr>
          <p:cNvPr id="1048910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830997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2026年6月，C+同比31.5%，在本层级中表现相对较好；A同比-24.9%，是当前主要拖累项。当前验数表可支撑结构变化判断；具体产品、政策和品牌驱动需结合车型明细与公开证据进一步核验。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911" name="矩形 54"/>
          <p:cNvSpPr/>
          <p:nvPr/>
        </p:nvSpPr>
        <p:spPr>
          <a:xfrm>
            <a:off x="689943" y="2236503"/>
            <a:ext cx="5642899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912" name="文本占位符 12"/>
          <p:cNvSpPr txBox="1"/>
          <p:nvPr/>
        </p:nvSpPr>
        <p:spPr bwMode="auto">
          <a:xfrm>
            <a:off x="701748" y="1890172"/>
            <a:ext cx="5642899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2026年6月SUV分级别市场表现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lang="en-US" altLang="zh-CN" b="1">
                <a:solidFill>
                  <a:srgbClr val="000000"/>
                </a:solidFill>
              </a:rPr>
              <a:t/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13" name="文本占位符 12"/>
          <p:cNvSpPr txBox="1"/>
          <p:nvPr/>
        </p:nvSpPr>
        <p:spPr bwMode="auto">
          <a:xfrm>
            <a:off x="6623757" y="1891450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SUV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分级别份额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76" name="表格 57"/>
          <p:cNvGraphicFramePr>
            <a:graphicFrameLocks noGrp="1"/>
          </p:cNvGraphicFramePr>
          <p:nvPr/>
        </p:nvGraphicFramePr>
        <p:xfrm>
          <a:off x="696399" y="4116388"/>
          <a:ext cx="5629984" cy="554198"/>
        </p:xfrm>
        <a:graphic>
          <a:graphicData uri="http://schemas.openxmlformats.org/drawingml/2006/table">
            <a:tbl>
              <a:tblPr firstRow="1" bandRow="1"/>
              <a:tblGrid>
                <a:gridCol w="513465"/>
                <a:gridCol w="1066867"/>
                <a:gridCol w="1342127"/>
                <a:gridCol w="1392305"/>
                <a:gridCol w="1315220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5.3%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7.3%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37.0%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914" name="文本占位符 12"/>
          <p:cNvSpPr txBox="1"/>
          <p:nvPr/>
        </p:nvSpPr>
        <p:spPr bwMode="auto">
          <a:xfrm>
            <a:off x="720616" y="2280851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15" name="文本占位符 5"/>
          <p:cNvSpPr txBox="1"/>
          <p:nvPr/>
        </p:nvSpPr>
        <p:spPr>
          <a:xfrm>
            <a:off x="661297" y="6498936"/>
            <a:ext cx="8383465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数据来源：中汽数据有限公司终端零售数据，右侧份额为在对应细分市场份额；蓝色填充为传统车型，绿色填充为新能源车型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/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/>
            </a:r>
            <a:r>
              <a:rPr lang="zh-CN" altLang="en-US" sz="900">
                <a:solidFill>
                  <a:srgbClr val="000000"/>
                </a:solidFill>
                <a:ea typeface="微软雅黑" panose="020B0503020204020204" pitchFamily="34" charset="-122"/>
              </a:rPr>
              <a:t/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77" name="Chart 3"/>
          <p:cNvGraphicFramePr/>
          <p:nvPr>
            <p:custDataLst>
              <p:tags r:id="rId7"/>
            </p:custDataLst>
          </p:nvPr>
        </p:nvGraphicFramePr>
        <p:xfrm>
          <a:off x="1065213" y="2767013"/>
          <a:ext cx="5307012" cy="133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884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560513" y="3294063"/>
            <a:ext cx="0" cy="2968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5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560513" y="3294063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6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2019300" y="3294063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7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2846388" y="27066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8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2846388" y="2706688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9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3305175" y="2706687"/>
            <a:ext cx="0" cy="3825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0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4130675" y="27971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1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4130675" y="2797175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2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4589463" y="27971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3" name="直接连接符 126"/>
          <p:cNvCxnSpPr/>
          <p:nvPr>
            <p:custDataLst>
              <p:tags r:id="rId17"/>
            </p:custDataLst>
          </p:nvPr>
        </p:nvCxnSpPr>
        <p:spPr bwMode="auto">
          <a:xfrm flipV="1">
            <a:off x="5416550" y="3178175"/>
            <a:ext cx="0" cy="2921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4" name="直接连接符 191"/>
          <p:cNvCxnSpPr/>
          <p:nvPr>
            <p:custDataLst>
              <p:tags r:id="rId18"/>
            </p:custDataLst>
          </p:nvPr>
        </p:nvCxnSpPr>
        <p:spPr bwMode="auto">
          <a:xfrm>
            <a:off x="5416550" y="3178175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5" name="直接连接符 192"/>
          <p:cNvCxnSpPr/>
          <p:nvPr>
            <p:custDataLst>
              <p:tags r:id="rId19"/>
            </p:custDataLst>
          </p:nvPr>
        </p:nvCxnSpPr>
        <p:spPr bwMode="auto">
          <a:xfrm>
            <a:off x="5875338" y="31781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916" name="矩形 198"/>
          <p:cNvSpPr/>
          <p:nvPr>
            <p:custDataLst>
              <p:tags r:id="rId20"/>
            </p:custDataLst>
          </p:nvPr>
        </p:nvSpPr>
        <p:spPr bwMode="auto">
          <a:xfrm>
            <a:off x="1701800" y="3921125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3E3992D3-EE96-463B-930B-07E21D980774}" type="datetime'''''''''''''''''''A''0''''''''''''''''''''''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17" name="矩形 199"/>
          <p:cNvSpPr/>
          <p:nvPr>
            <p:custDataLst>
              <p:tags r:id="rId21"/>
            </p:custDataLst>
          </p:nvPr>
        </p:nvSpPr>
        <p:spPr bwMode="auto">
          <a:xfrm>
            <a:off x="3024188" y="3921125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E6B78B2-3AB0-4400-AD61-0A57DB1D55A6}" type="datetime'''''''''''''''''''''''''''''''''''A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18" name="矩形 201"/>
          <p:cNvSpPr/>
          <p:nvPr>
            <p:custDataLst>
              <p:tags r:id="rId22"/>
            </p:custDataLst>
          </p:nvPr>
        </p:nvSpPr>
        <p:spPr bwMode="auto">
          <a:xfrm>
            <a:off x="4314825" y="3921125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652BDB5-E61D-47CF-9E7A-5574034BCA79}" type="datetime'''''''''''B''''''''''''''''''''''''''''''''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19" name="矩形 197"/>
          <p:cNvSpPr/>
          <p:nvPr>
            <p:custDataLst>
              <p:tags r:id="rId23"/>
            </p:custDataLst>
          </p:nvPr>
        </p:nvSpPr>
        <p:spPr bwMode="auto">
          <a:xfrm>
            <a:off x="5549900" y="3921125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D598803-EF6B-47E8-B644-96312AD7C69A}" type="datetime'''''''''''C''''''''''''''''''''''''''''''+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20" name="椭圆 202"/>
          <p:cNvSpPr/>
          <p:nvPr>
            <p:custDataLst>
              <p:tags r:id="rId24"/>
            </p:custDataLst>
          </p:nvPr>
        </p:nvSpPr>
        <p:spPr bwMode="auto">
          <a:xfrm>
            <a:off x="1446213" y="3186113"/>
            <a:ext cx="685800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24.8%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1" name="椭圆 203"/>
          <p:cNvSpPr/>
          <p:nvPr>
            <p:custDataLst>
              <p:tags r:id="rId25"/>
            </p:custDataLst>
          </p:nvPr>
        </p:nvSpPr>
        <p:spPr bwMode="auto">
          <a:xfrm>
            <a:off x="2762250" y="25987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-24.9%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2" name="椭圆 204"/>
          <p:cNvSpPr/>
          <p:nvPr>
            <p:custDataLst>
              <p:tags r:id="rId26"/>
            </p:custDataLst>
          </p:nvPr>
        </p:nvSpPr>
        <p:spPr bwMode="auto">
          <a:xfrm>
            <a:off x="4046538" y="268922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-15.5%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3" name="椭圆 205"/>
          <p:cNvSpPr/>
          <p:nvPr>
            <p:custDataLst>
              <p:tags r:id="rId27"/>
            </p:custDataLst>
          </p:nvPr>
        </p:nvSpPr>
        <p:spPr bwMode="auto">
          <a:xfrm>
            <a:off x="5302250" y="3070225"/>
            <a:ext cx="685800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31.5%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4" name="矩形 14"/>
          <p:cNvSpPr/>
          <p:nvPr/>
        </p:nvSpPr>
        <p:spPr>
          <a:xfrm>
            <a:off x="6443662" y="2236503"/>
            <a:ext cx="5053014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925" name="矩形 34"/>
          <p:cNvSpPr/>
          <p:nvPr>
            <p:custDataLst>
              <p:tags r:id="rId28"/>
            </p:custDataLst>
          </p:nvPr>
        </p:nvSpPr>
        <p:spPr bwMode="auto">
          <a:xfrm>
            <a:off x="2852738" y="2357438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926" name="矩形 36"/>
          <p:cNvSpPr/>
          <p:nvPr>
            <p:custDataLst>
              <p:tags r:id="rId29"/>
            </p:custDataLst>
          </p:nvPr>
        </p:nvSpPr>
        <p:spPr bwMode="auto">
          <a:xfrm>
            <a:off x="3575050" y="2357438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927" name="矩形 33"/>
          <p:cNvSpPr/>
          <p:nvPr>
            <p:custDataLst>
              <p:tags r:id="rId30"/>
            </p:custDataLst>
          </p:nvPr>
        </p:nvSpPr>
        <p:spPr bwMode="auto">
          <a:xfrm>
            <a:off x="3117850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8" name="矩形 31"/>
          <p:cNvSpPr/>
          <p:nvPr>
            <p:custDataLst>
              <p:tags r:id="rId31"/>
            </p:custDataLst>
          </p:nvPr>
        </p:nvSpPr>
        <p:spPr bwMode="auto">
          <a:xfrm>
            <a:off x="3840163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78" name="Chart 3"/>
          <p:cNvGraphicFramePr/>
          <p:nvPr>
            <p:custDataLst>
              <p:tags r:id="rId32"/>
            </p:custDataLst>
          </p:nvPr>
        </p:nvGraphicFramePr>
        <p:xfrm>
          <a:off x="1054100" y="4924425"/>
          <a:ext cx="5307013" cy="1233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896" name="直接连接符 22"/>
          <p:cNvCxnSpPr/>
          <p:nvPr>
            <p:custDataLst>
              <p:tags r:id="rId33"/>
            </p:custDataLst>
          </p:nvPr>
        </p:nvCxnSpPr>
        <p:spPr bwMode="auto">
          <a:xfrm flipV="1">
            <a:off x="1549400" y="5392738"/>
            <a:ext cx="0" cy="2587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7" name="直接连接符 23"/>
          <p:cNvCxnSpPr/>
          <p:nvPr>
            <p:custDataLst>
              <p:tags r:id="rId34"/>
            </p:custDataLst>
          </p:nvPr>
        </p:nvCxnSpPr>
        <p:spPr bwMode="auto">
          <a:xfrm>
            <a:off x="1549400" y="5392738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8" name="直接连接符 24"/>
          <p:cNvCxnSpPr/>
          <p:nvPr>
            <p:custDataLst>
              <p:tags r:id="rId35"/>
            </p:custDataLst>
          </p:nvPr>
        </p:nvCxnSpPr>
        <p:spPr bwMode="auto">
          <a:xfrm>
            <a:off x="2008188" y="539273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9" name="直接连接符 25"/>
          <p:cNvCxnSpPr/>
          <p:nvPr>
            <p:custDataLst>
              <p:tags r:id="rId36"/>
            </p:custDataLst>
          </p:nvPr>
        </p:nvCxnSpPr>
        <p:spPr bwMode="auto">
          <a:xfrm flipV="1">
            <a:off x="2835275" y="48641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0" name="直接连接符 26"/>
          <p:cNvCxnSpPr/>
          <p:nvPr>
            <p:custDataLst>
              <p:tags r:id="rId37"/>
            </p:custDataLst>
          </p:nvPr>
        </p:nvCxnSpPr>
        <p:spPr bwMode="auto">
          <a:xfrm>
            <a:off x="2835275" y="4864100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1" name="直接连接符 27"/>
          <p:cNvCxnSpPr/>
          <p:nvPr>
            <p:custDataLst>
              <p:tags r:id="rId38"/>
            </p:custDataLst>
          </p:nvPr>
        </p:nvCxnSpPr>
        <p:spPr bwMode="auto">
          <a:xfrm>
            <a:off x="3294063" y="4864100"/>
            <a:ext cx="0" cy="320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2" name="直接连接符 28"/>
          <p:cNvCxnSpPr/>
          <p:nvPr>
            <p:custDataLst>
              <p:tags r:id="rId39"/>
            </p:custDataLst>
          </p:nvPr>
        </p:nvCxnSpPr>
        <p:spPr bwMode="auto">
          <a:xfrm flipV="1">
            <a:off x="4119563" y="4943475"/>
            <a:ext cx="0" cy="2047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3" name="直接连接符 29"/>
          <p:cNvCxnSpPr/>
          <p:nvPr>
            <p:custDataLst>
              <p:tags r:id="rId40"/>
            </p:custDataLst>
          </p:nvPr>
        </p:nvCxnSpPr>
        <p:spPr bwMode="auto">
          <a:xfrm>
            <a:off x="4119563" y="4943475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4" name="直接连接符 32"/>
          <p:cNvCxnSpPr/>
          <p:nvPr>
            <p:custDataLst>
              <p:tags r:id="rId41"/>
            </p:custDataLst>
          </p:nvPr>
        </p:nvCxnSpPr>
        <p:spPr bwMode="auto">
          <a:xfrm>
            <a:off x="4578350" y="49434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5" name="直接连接符 37"/>
          <p:cNvCxnSpPr/>
          <p:nvPr>
            <p:custDataLst>
              <p:tags r:id="rId42"/>
            </p:custDataLst>
          </p:nvPr>
        </p:nvCxnSpPr>
        <p:spPr bwMode="auto">
          <a:xfrm flipV="1">
            <a:off x="5405438" y="5259388"/>
            <a:ext cx="0" cy="3270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6" name="直接连接符 38"/>
          <p:cNvCxnSpPr/>
          <p:nvPr>
            <p:custDataLst>
              <p:tags r:id="rId43"/>
            </p:custDataLst>
          </p:nvPr>
        </p:nvCxnSpPr>
        <p:spPr bwMode="auto">
          <a:xfrm>
            <a:off x="5405438" y="5259388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7" name="直接连接符 39"/>
          <p:cNvCxnSpPr/>
          <p:nvPr>
            <p:custDataLst>
              <p:tags r:id="rId44"/>
            </p:custDataLst>
          </p:nvPr>
        </p:nvCxnSpPr>
        <p:spPr bwMode="auto">
          <a:xfrm>
            <a:off x="5864225" y="525938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929" name="矩形 43"/>
          <p:cNvSpPr/>
          <p:nvPr>
            <p:custDataLst>
              <p:tags r:id="rId45"/>
            </p:custDataLst>
          </p:nvPr>
        </p:nvSpPr>
        <p:spPr bwMode="auto">
          <a:xfrm>
            <a:off x="1690688" y="5975350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1CE7F1E-3ED8-4C57-89FF-A681F2AB02E9}" type="datetime'A''''''''''''''''''''''''''''''''''''''''''0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30" name="矩形 44"/>
          <p:cNvSpPr/>
          <p:nvPr>
            <p:custDataLst>
              <p:tags r:id="rId46"/>
            </p:custDataLst>
          </p:nvPr>
        </p:nvSpPr>
        <p:spPr bwMode="auto">
          <a:xfrm>
            <a:off x="3013075" y="5975350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782DD8D-54BF-44DB-A094-752882AE3768}" type="datetime'''''''''''''''''''''''''''''''''''A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31" name="矩形 45"/>
          <p:cNvSpPr/>
          <p:nvPr>
            <p:custDataLst>
              <p:tags r:id="rId47"/>
            </p:custDataLst>
          </p:nvPr>
        </p:nvSpPr>
        <p:spPr bwMode="auto">
          <a:xfrm>
            <a:off x="4303713" y="5975350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0B8520F5-5427-45FD-995F-C8A7AFADB8B3}" type="datetime'''''''''''''''''''''''''''''''''B''''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32" name="矩形 46"/>
          <p:cNvSpPr/>
          <p:nvPr>
            <p:custDataLst>
              <p:tags r:id="rId48"/>
            </p:custDataLst>
          </p:nvPr>
        </p:nvSpPr>
        <p:spPr bwMode="auto">
          <a:xfrm>
            <a:off x="5538788" y="5975350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B0E6DF44-40C3-4449-AD75-126738C8BFA4}" type="datetime'''''''''''''''''''''''''''''''''''''''''C''''''''''''''''+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33" name="椭圆 48"/>
          <p:cNvSpPr/>
          <p:nvPr>
            <p:custDataLst>
              <p:tags r:id="rId49"/>
            </p:custDataLst>
          </p:nvPr>
        </p:nvSpPr>
        <p:spPr bwMode="auto">
          <a:xfrm>
            <a:off x="1519238" y="5284788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4.5%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34" name="椭圆 49"/>
          <p:cNvSpPr/>
          <p:nvPr>
            <p:custDataLst>
              <p:tags r:id="rId50"/>
            </p:custDataLst>
          </p:nvPr>
        </p:nvSpPr>
        <p:spPr bwMode="auto">
          <a:xfrm>
            <a:off x="2751138" y="47561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-20.9%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35" name="椭圆 50"/>
          <p:cNvSpPr/>
          <p:nvPr>
            <p:custDataLst>
              <p:tags r:id="rId51"/>
            </p:custDataLst>
          </p:nvPr>
        </p:nvSpPr>
        <p:spPr bwMode="auto">
          <a:xfrm>
            <a:off x="4089400" y="4835525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-10.7%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36" name="椭圆 51"/>
          <p:cNvSpPr/>
          <p:nvPr>
            <p:custDataLst>
              <p:tags r:id="rId52"/>
            </p:custDataLst>
          </p:nvPr>
        </p:nvSpPr>
        <p:spPr bwMode="auto">
          <a:xfrm>
            <a:off x="5291138" y="5151438"/>
            <a:ext cx="685800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42.8%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37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38" name="文本占位符 12"/>
          <p:cNvSpPr txBox="1"/>
          <p:nvPr/>
        </p:nvSpPr>
        <p:spPr bwMode="auto">
          <a:xfrm>
            <a:off x="781085" y="5460945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79" name="表格 16"/>
          <p:cNvGraphicFramePr>
            <a:graphicFrameLocks noGrp="1"/>
          </p:cNvGraphicFramePr>
          <p:nvPr/>
        </p:nvGraphicFramePr>
        <p:xfrm>
          <a:off x="696869" y="6177387"/>
          <a:ext cx="5629516" cy="277099"/>
        </p:xfrm>
        <a:graphic>
          <a:graphicData uri="http://schemas.openxmlformats.org/drawingml/2006/table">
            <a:tbl>
              <a:tblPr firstRow="1" bandRow="1"/>
              <a:tblGrid>
                <a:gridCol w="513461"/>
                <a:gridCol w="1066770"/>
                <a:gridCol w="1342005"/>
                <a:gridCol w="1392179"/>
                <a:gridCol w="1315101"/>
              </a:tblGrid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38.3%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15.7%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80" name="内容占位符 1"/>
          <p:cNvGraphicFramePr/>
          <p:nvPr/>
        </p:nvGraphicFramePr>
        <p:xfrm>
          <a:off x="6424479" y="2280851"/>
          <a:ext cx="5061216" cy="4106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4381" name="内容占位符 29"/>
          <p:cNvGraphicFramePr/>
          <p:nvPr/>
        </p:nvGraphicFramePr>
        <p:xfrm>
          <a:off x="8477237" y="2236690"/>
          <a:ext cx="3020988" cy="3965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737"/>
                <a:gridCol w="459906"/>
                <a:gridCol w="459906"/>
                <a:gridCol w="534059"/>
                <a:gridCol w="552919"/>
                <a:gridCol w="447461"/>
              </a:tblGrid>
              <a:tr h="2440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排名变化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累计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-30.7%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6.8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&gt;1000%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-13.8%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-16.4%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-29.3%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-36.3%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-30.2%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-20.4%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495.5%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82" name="表格 19"/>
          <p:cNvGraphicFramePr>
            <a:graphicFrameLocks noGrp="1"/>
          </p:cNvGraphicFramePr>
          <p:nvPr/>
        </p:nvGraphicFramePr>
        <p:xfrm>
          <a:off x="6443663" y="6202991"/>
          <a:ext cx="5051468" cy="250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56"/>
                <a:gridCol w="1381212"/>
              </a:tblGrid>
              <a:tr h="2508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SUVTOP15车型累计份额</a:t>
                      </a: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charset="-122"/>
                        </a:rPr>
                        <a:t>27.3%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939" name="文本框 20"/>
          <p:cNvSpPr txBox="1"/>
          <p:nvPr/>
        </p:nvSpPr>
        <p:spPr bwMode="auto">
          <a:xfrm rot="10800000" flipH="1" flipV="1">
            <a:off x="6434442" y="2243499"/>
            <a:ext cx="492595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40" name="矩形 4"/>
          <p:cNvSpPr/>
          <p:nvPr/>
        </p:nvSpPr>
        <p:spPr>
          <a:xfrm>
            <a:off x="6442113" y="5466177"/>
            <a:ext cx="5051467" cy="25086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41" name="矩形 7"/>
          <p:cNvSpPr/>
          <p:nvPr/>
        </p:nvSpPr>
        <p:spPr>
          <a:xfrm>
            <a:off x="6442113" y="2716284"/>
            <a:ext cx="5051467" cy="25086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83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5" imgW="5080" imgH="5080" progId="TCLayout.ActiveDocument.1">
                  <p:embed/>
                </p:oleObj>
              </mc:Choice>
              <mc:Fallback>
                <p:oleObj name="think-cell 幻灯片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94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2.5 MPV级别：A市场同比正增长，A0市场同比承压</a:t>
            </a:r>
            <a:r>
              <a:rPr lang="zh-CN" altLang="en-US" b="1"/>
              <a:t/>
            </a:r>
            <a:r>
              <a:rPr lang="en-US" altLang="zh-CN" b="1"/>
              <a:t/>
            </a:r>
            <a:r>
              <a:rPr lang="zh-CN" altLang="en-US" b="1"/>
              <a:t/>
            </a:r>
            <a:r>
              <a:rPr lang="en-US" altLang="zh-CN" b="1"/>
              <a:t/>
            </a:r>
            <a:r>
              <a:rPr lang="zh-CN" altLang="en-US" b="1"/>
              <a:t/>
            </a:r>
            <a:r>
              <a:rPr lang="en-US" altLang="zh-CN" b="1"/>
              <a:t/>
            </a:r>
            <a:r>
              <a:rPr lang="zh-CN" altLang="en-US" b="1"/>
              <a:t/>
            </a:r>
            <a:endParaRPr lang="zh-CN" altLang="en-US" b="1" dirty="0"/>
          </a:p>
        </p:txBody>
      </p:sp>
      <p:sp>
        <p:nvSpPr>
          <p:cNvPr id="104894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584775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2026年6月，A同比18.8%，在本层级中表现相对较好；A0同比-59.2%，是当前主要拖累项。当前验数表可支撑结构变化判断；具体产品、政策和品牌驱动需结合车型明细与公开证据进一步核验。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944" name="矩形 54"/>
          <p:cNvSpPr/>
          <p:nvPr/>
        </p:nvSpPr>
        <p:spPr>
          <a:xfrm>
            <a:off x="689943" y="2236503"/>
            <a:ext cx="5642899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945" name="文本占位符 12"/>
          <p:cNvSpPr txBox="1"/>
          <p:nvPr/>
        </p:nvSpPr>
        <p:spPr bwMode="auto">
          <a:xfrm>
            <a:off x="701748" y="1890172"/>
            <a:ext cx="5642899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2026年6月MPV分级别市场表现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lang="en-US" altLang="zh-CN" b="1">
                <a:solidFill>
                  <a:srgbClr val="000000"/>
                </a:solidFill>
              </a:rPr>
              <a:t/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46" name="文本占位符 12"/>
          <p:cNvSpPr txBox="1"/>
          <p:nvPr/>
        </p:nvSpPr>
        <p:spPr bwMode="auto">
          <a:xfrm>
            <a:off x="6623757" y="1891450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MPV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分级别份额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84" name="表格 57"/>
          <p:cNvGraphicFramePr>
            <a:graphicFrameLocks noGrp="1"/>
          </p:cNvGraphicFramePr>
          <p:nvPr/>
        </p:nvGraphicFramePr>
        <p:xfrm>
          <a:off x="696398" y="4116388"/>
          <a:ext cx="5629516" cy="554198"/>
        </p:xfrm>
        <a:graphic>
          <a:graphicData uri="http://schemas.openxmlformats.org/drawingml/2006/table">
            <a:tbl>
              <a:tblPr firstRow="1" bandRow="1"/>
              <a:tblGrid>
                <a:gridCol w="518890"/>
                <a:gridCol w="1434341"/>
                <a:gridCol w="1804412"/>
                <a:gridCol w="1871873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11.5%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77.6%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947" name="文本占位符 12"/>
          <p:cNvSpPr txBox="1"/>
          <p:nvPr/>
        </p:nvSpPr>
        <p:spPr bwMode="auto">
          <a:xfrm>
            <a:off x="720616" y="2280851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48" name="文本占位符 5"/>
          <p:cNvSpPr txBox="1"/>
          <p:nvPr/>
        </p:nvSpPr>
        <p:spPr>
          <a:xfrm>
            <a:off x="661297" y="6498936"/>
            <a:ext cx="8837121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数据来源：中汽数据有限公司终端零售数据，右侧份额为在对应细分市场份额；蓝色填充为传统车型，绿色填充为新能源车型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/>
            </a:r>
            <a:r>
              <a:rPr lang="en-US" altLang="zh-CN" sz="9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/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/>
            </a:r>
            <a:r>
              <a:rPr lang="zh-CN" altLang="en-US" sz="900">
                <a:solidFill>
                  <a:srgbClr val="000000"/>
                </a:solidFill>
                <a:ea typeface="微软雅黑" panose="020B0503020204020204" pitchFamily="34" charset="-122"/>
              </a:rPr>
              <a:t/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85" name="Chart 3"/>
          <p:cNvGraphicFramePr/>
          <p:nvPr>
            <p:custDataLst>
              <p:tags r:id="rId7"/>
            </p:custDataLst>
          </p:nvPr>
        </p:nvGraphicFramePr>
        <p:xfrm>
          <a:off x="1065213" y="2767013"/>
          <a:ext cx="5307012" cy="133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908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698625" y="3273425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9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698625" y="3273425"/>
            <a:ext cx="6127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0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2311400" y="3273425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1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3413125" y="3340100"/>
            <a:ext cx="0" cy="2667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2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3413125" y="3340100"/>
            <a:ext cx="6111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3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4024313" y="334010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4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5126038" y="27066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5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5126038" y="2706688"/>
            <a:ext cx="6127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6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5738813" y="2706688"/>
            <a:ext cx="0" cy="4000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949" name="矩形 198"/>
          <p:cNvSpPr/>
          <p:nvPr>
            <p:custDataLst>
              <p:tags r:id="rId17"/>
            </p:custDataLst>
          </p:nvPr>
        </p:nvSpPr>
        <p:spPr bwMode="auto">
          <a:xfrm>
            <a:off x="1917700" y="3921125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3E3992D3-EE96-463B-930B-07E21D980774}" type="datetime'''''''''''''''''''A''0''''''''''''''''''''''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50" name="矩形 199"/>
          <p:cNvSpPr/>
          <p:nvPr>
            <p:custDataLst>
              <p:tags r:id="rId18"/>
            </p:custDataLst>
          </p:nvPr>
        </p:nvSpPr>
        <p:spPr bwMode="auto">
          <a:xfrm>
            <a:off x="3667125" y="3921125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E6B78B2-3AB0-4400-AD61-0A57DB1D55A6}" type="datetime'''''''''''''''''''''''''''''''''''A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51" name="矩形 201"/>
          <p:cNvSpPr/>
          <p:nvPr>
            <p:custDataLst>
              <p:tags r:id="rId19"/>
            </p:custDataLst>
          </p:nvPr>
        </p:nvSpPr>
        <p:spPr bwMode="auto">
          <a:xfrm>
            <a:off x="5386388" y="3921125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652BDB5-E61D-47CF-9E7A-5574034BCA79}" type="datetime'''''''''''B''''''''''''''''''''''''''''''''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52" name="椭圆 202"/>
          <p:cNvSpPr/>
          <p:nvPr>
            <p:custDataLst>
              <p:tags r:id="rId20"/>
            </p:custDataLst>
          </p:nvPr>
        </p:nvSpPr>
        <p:spPr bwMode="auto">
          <a:xfrm>
            <a:off x="1692275" y="316547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-59.2%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53" name="椭圆 203"/>
          <p:cNvSpPr/>
          <p:nvPr>
            <p:custDataLst>
              <p:tags r:id="rId21"/>
            </p:custDataLst>
          </p:nvPr>
        </p:nvSpPr>
        <p:spPr bwMode="auto">
          <a:xfrm>
            <a:off x="3430588" y="3232150"/>
            <a:ext cx="5762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18.8%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54" name="椭圆 204"/>
          <p:cNvSpPr/>
          <p:nvPr>
            <p:custDataLst>
              <p:tags r:id="rId22"/>
            </p:custDataLst>
          </p:nvPr>
        </p:nvSpPr>
        <p:spPr bwMode="auto">
          <a:xfrm>
            <a:off x="5119688" y="25987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-24.5%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55" name="矩形 14"/>
          <p:cNvSpPr/>
          <p:nvPr/>
        </p:nvSpPr>
        <p:spPr>
          <a:xfrm>
            <a:off x="6443662" y="2236503"/>
            <a:ext cx="5053014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956" name="矩形 34"/>
          <p:cNvSpPr/>
          <p:nvPr>
            <p:custDataLst>
              <p:tags r:id="rId23"/>
            </p:custDataLst>
          </p:nvPr>
        </p:nvSpPr>
        <p:spPr bwMode="auto">
          <a:xfrm>
            <a:off x="2852738" y="2357438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957" name="矩形 36"/>
          <p:cNvSpPr/>
          <p:nvPr>
            <p:custDataLst>
              <p:tags r:id="rId24"/>
            </p:custDataLst>
          </p:nvPr>
        </p:nvSpPr>
        <p:spPr bwMode="auto">
          <a:xfrm>
            <a:off x="3575050" y="2357438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958" name="矩形 33"/>
          <p:cNvSpPr/>
          <p:nvPr>
            <p:custDataLst>
              <p:tags r:id="rId25"/>
            </p:custDataLst>
          </p:nvPr>
        </p:nvSpPr>
        <p:spPr bwMode="auto">
          <a:xfrm>
            <a:off x="3117850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59" name="矩形 31"/>
          <p:cNvSpPr/>
          <p:nvPr>
            <p:custDataLst>
              <p:tags r:id="rId26"/>
            </p:custDataLst>
          </p:nvPr>
        </p:nvSpPr>
        <p:spPr bwMode="auto">
          <a:xfrm>
            <a:off x="3840163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86" name="Chart 3"/>
          <p:cNvGraphicFramePr/>
          <p:nvPr>
            <p:custDataLst>
              <p:tags r:id="rId27"/>
            </p:custDataLst>
          </p:nvPr>
        </p:nvGraphicFramePr>
        <p:xfrm>
          <a:off x="1054100" y="4924425"/>
          <a:ext cx="5307013" cy="1233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917" name="直接连接符 22"/>
          <p:cNvCxnSpPr/>
          <p:nvPr>
            <p:custDataLst>
              <p:tags r:id="rId28"/>
            </p:custDataLst>
          </p:nvPr>
        </p:nvCxnSpPr>
        <p:spPr bwMode="auto">
          <a:xfrm flipV="1">
            <a:off x="1687513" y="5330825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8" name="直接连接符 23"/>
          <p:cNvCxnSpPr/>
          <p:nvPr>
            <p:custDataLst>
              <p:tags r:id="rId29"/>
            </p:custDataLst>
          </p:nvPr>
        </p:nvCxnSpPr>
        <p:spPr bwMode="auto">
          <a:xfrm>
            <a:off x="1687513" y="5330825"/>
            <a:ext cx="6127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9" name="直接连接符 24"/>
          <p:cNvCxnSpPr/>
          <p:nvPr>
            <p:custDataLst>
              <p:tags r:id="rId30"/>
            </p:custDataLst>
          </p:nvPr>
        </p:nvCxnSpPr>
        <p:spPr bwMode="auto">
          <a:xfrm>
            <a:off x="2300288" y="5330825"/>
            <a:ext cx="0" cy="3000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0" name="直接连接符 25"/>
          <p:cNvCxnSpPr/>
          <p:nvPr>
            <p:custDataLst>
              <p:tags r:id="rId31"/>
            </p:custDataLst>
          </p:nvPr>
        </p:nvCxnSpPr>
        <p:spPr bwMode="auto">
          <a:xfrm flipV="1">
            <a:off x="3402013" y="5378450"/>
            <a:ext cx="0" cy="279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1" name="直接连接符 26"/>
          <p:cNvCxnSpPr/>
          <p:nvPr>
            <p:custDataLst>
              <p:tags r:id="rId32"/>
            </p:custDataLst>
          </p:nvPr>
        </p:nvCxnSpPr>
        <p:spPr bwMode="auto">
          <a:xfrm>
            <a:off x="3402013" y="5378450"/>
            <a:ext cx="6111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2" name="直接连接符 27"/>
          <p:cNvCxnSpPr/>
          <p:nvPr>
            <p:custDataLst>
              <p:tags r:id="rId33"/>
            </p:custDataLst>
          </p:nvPr>
        </p:nvCxnSpPr>
        <p:spPr bwMode="auto">
          <a:xfrm>
            <a:off x="4013200" y="537845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3" name="直接连接符 28"/>
          <p:cNvCxnSpPr/>
          <p:nvPr>
            <p:custDataLst>
              <p:tags r:id="rId34"/>
            </p:custDataLst>
          </p:nvPr>
        </p:nvCxnSpPr>
        <p:spPr bwMode="auto">
          <a:xfrm flipV="1">
            <a:off x="5114925" y="48641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4" name="直接连接符 29"/>
          <p:cNvCxnSpPr/>
          <p:nvPr>
            <p:custDataLst>
              <p:tags r:id="rId35"/>
            </p:custDataLst>
          </p:nvPr>
        </p:nvCxnSpPr>
        <p:spPr bwMode="auto">
          <a:xfrm>
            <a:off x="5114925" y="4864100"/>
            <a:ext cx="6127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5" name="直接连接符 32"/>
          <p:cNvCxnSpPr/>
          <p:nvPr>
            <p:custDataLst>
              <p:tags r:id="rId36"/>
            </p:custDataLst>
          </p:nvPr>
        </p:nvCxnSpPr>
        <p:spPr bwMode="auto">
          <a:xfrm>
            <a:off x="5727700" y="4864099"/>
            <a:ext cx="0" cy="314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960" name="矩形 43"/>
          <p:cNvSpPr/>
          <p:nvPr>
            <p:custDataLst>
              <p:tags r:id="rId37"/>
            </p:custDataLst>
          </p:nvPr>
        </p:nvSpPr>
        <p:spPr bwMode="auto">
          <a:xfrm>
            <a:off x="1906588" y="5975350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1CE7F1E-3ED8-4C57-89FF-A681F2AB02E9}" type="datetime'A''''''''''''''''''''''''''''''''''''''''''0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61" name="矩形 44"/>
          <p:cNvSpPr/>
          <p:nvPr>
            <p:custDataLst>
              <p:tags r:id="rId38"/>
            </p:custDataLst>
          </p:nvPr>
        </p:nvSpPr>
        <p:spPr bwMode="auto">
          <a:xfrm>
            <a:off x="3656013" y="5975350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782DD8D-54BF-44DB-A094-752882AE3768}" type="datetime'''''''''''''''''''''''''''''''''''A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62" name="矩形 45"/>
          <p:cNvSpPr/>
          <p:nvPr>
            <p:custDataLst>
              <p:tags r:id="rId39"/>
            </p:custDataLst>
          </p:nvPr>
        </p:nvSpPr>
        <p:spPr bwMode="auto">
          <a:xfrm>
            <a:off x="5375275" y="5975350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0B8520F5-5427-45FD-995F-C8A7AFADB8B3}" type="datetime'''''''''''''''''''''''''''''''''B''''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63" name="椭圆 48"/>
          <p:cNvSpPr/>
          <p:nvPr>
            <p:custDataLst>
              <p:tags r:id="rId40"/>
            </p:custDataLst>
          </p:nvPr>
        </p:nvSpPr>
        <p:spPr bwMode="auto">
          <a:xfrm>
            <a:off x="1681163" y="522287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-54.0%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64" name="椭圆 49"/>
          <p:cNvSpPr/>
          <p:nvPr>
            <p:custDataLst>
              <p:tags r:id="rId41"/>
            </p:custDataLst>
          </p:nvPr>
        </p:nvSpPr>
        <p:spPr bwMode="auto">
          <a:xfrm>
            <a:off x="3363913" y="5270500"/>
            <a:ext cx="685800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24.8%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65" name="椭圆 50"/>
          <p:cNvSpPr/>
          <p:nvPr>
            <p:custDataLst>
              <p:tags r:id="rId42"/>
            </p:custDataLst>
          </p:nvPr>
        </p:nvSpPr>
        <p:spPr bwMode="auto">
          <a:xfrm>
            <a:off x="5108575" y="47561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3370"/>
                </a:solidFill>
                <a:latin typeface="微软雅黑"/>
              </a:rPr>
              <a:t>-20.1%</a:t>
            </a:r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66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67" name="文本占位符 12"/>
          <p:cNvSpPr txBox="1"/>
          <p:nvPr/>
        </p:nvSpPr>
        <p:spPr bwMode="auto">
          <a:xfrm>
            <a:off x="781085" y="5460945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87" name="表格 16"/>
          <p:cNvGraphicFramePr>
            <a:graphicFrameLocks noGrp="1"/>
          </p:cNvGraphicFramePr>
          <p:nvPr/>
        </p:nvGraphicFramePr>
        <p:xfrm>
          <a:off x="696868" y="6177387"/>
          <a:ext cx="5635973" cy="277099"/>
        </p:xfrm>
        <a:graphic>
          <a:graphicData uri="http://schemas.openxmlformats.org/drawingml/2006/table">
            <a:tbl>
              <a:tblPr firstRow="1" bandRow="1"/>
              <a:tblGrid>
                <a:gridCol w="518949"/>
                <a:gridCol w="1436136"/>
                <a:gridCol w="1806671"/>
                <a:gridCol w="1874217"/>
              </a:tblGrid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13.2%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12.3%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74.5%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88" name="内容占位符 1"/>
          <p:cNvGraphicFramePr/>
          <p:nvPr/>
        </p:nvGraphicFramePr>
        <p:xfrm>
          <a:off x="6424479" y="2280851"/>
          <a:ext cx="5061216" cy="4106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4389" name="内容占位符 29"/>
          <p:cNvGraphicFramePr/>
          <p:nvPr/>
        </p:nvGraphicFramePr>
        <p:xfrm>
          <a:off x="8525734" y="2236690"/>
          <a:ext cx="2974773" cy="3965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0700"/>
                <a:gridCol w="459906"/>
                <a:gridCol w="459906"/>
                <a:gridCol w="534059"/>
                <a:gridCol w="552741"/>
                <a:gridCol w="447461"/>
              </a:tblGrid>
              <a:tr h="2440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排名变化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累计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-21.5%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-31.2%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-17.2%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-40.1%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-37.9%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-17.8%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-12.1%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-38.0%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-13.5%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541.9%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-40.5%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118.8%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-64.3%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-68.7%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90" name="表格 19"/>
          <p:cNvGraphicFramePr>
            <a:graphicFrameLocks noGrp="1"/>
          </p:cNvGraphicFramePr>
          <p:nvPr/>
        </p:nvGraphicFramePr>
        <p:xfrm>
          <a:off x="6443663" y="6202991"/>
          <a:ext cx="5051468" cy="250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56"/>
                <a:gridCol w="1381212"/>
              </a:tblGrid>
              <a:tr h="2508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MPVTOP15车型累计份额</a:t>
                      </a: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charset="-122"/>
                        </a:rPr>
                        <a:t>76.7%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968" name="文本框 20"/>
          <p:cNvSpPr txBox="1"/>
          <p:nvPr/>
        </p:nvSpPr>
        <p:spPr bwMode="auto">
          <a:xfrm rot="10800000" flipH="1" flipV="1">
            <a:off x="6434442" y="2243499"/>
            <a:ext cx="492595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69" name="矩形 4"/>
          <p:cNvSpPr/>
          <p:nvPr/>
        </p:nvSpPr>
        <p:spPr>
          <a:xfrm>
            <a:off x="6450590" y="2737428"/>
            <a:ext cx="5051467" cy="25086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K.6SNoWujyGY67uf4xULBw"/>
</p:tagLst>
</file>

<file path=ppt/tags/tag4.xml><?xml version="1.0" encoding="utf-8"?>
<p:tagLst xmlns:p="http://schemas.openxmlformats.org/presentationml/2006/main">
  <p:tag name="THINKCELLSHAPEDONOTDELETE" val="tCrCZMHjJ6bF5CpG9ZAb8zg"/>
</p:tagLst>
</file>

<file path=ppt/tags/tag5.xml><?xml version="1.0" encoding="utf-8"?>
<p:tagLst xmlns:p="http://schemas.openxmlformats.org/presentationml/2006/main">
  <p:tag name="THINKCELLSHAPEDONOTDELETE" val="teWOFJ3auVPUhZkCO8I2ysQ"/>
</p:tagLst>
</file>

<file path=ppt/tags/tag6.xml><?xml version="1.0" encoding="utf-8"?>
<p:tagLst xmlns:p="http://schemas.openxmlformats.org/presentationml/2006/main">
  <p:tag name="THINKCELLSHAPEDONOTDELETE" val="t3OTjNLNoLjk29Ow5bOKqGA"/>
</p:tagLst>
</file>

<file path=ppt/tags/tag7.xml><?xml version="1.0" encoding="utf-8"?>
<p:tagLst xmlns:p="http://schemas.openxmlformats.org/presentationml/2006/main">
  <p:tag name="THINKCELLSHAPEDONOTDELETE" val="tzejESlsEZ4CxPiNoUodXXQ"/>
</p:tagLst>
</file>

<file path=ppt/tags/tag8.xml><?xml version="1.0" encoding="utf-8"?>
<p:tagLst xmlns:p="http://schemas.openxmlformats.org/presentationml/2006/main">
  <p:tag name="THINKCELLSHAPEDONOTDELETE" val="tSNKBPf_hnm8HyCZlcL4YIw"/>
</p:tagLst>
</file>

<file path=ppt/tags/tag9.xml><?xml version="1.0" encoding="utf-8"?>
<p:tagLst xmlns:p="http://schemas.openxmlformats.org/presentationml/2006/main">
  <p:tag name="THINKCELLSHAPEDONOTDELETE" val="t.P7Kj7pio61drH51ZckYag"/>
</p:tagLst>
</file>

<file path=ppt/tags/tag10.xml><?xml version="1.0" encoding="utf-8"?>
<p:tagLst xmlns:p="http://schemas.openxmlformats.org/presentationml/2006/main">
  <p:tag name="THINKCELLSHAPEDONOTDELETE" val="tL26PLY3GoxSFmxzrTQrd0Q"/>
</p:tagLst>
</file>

<file path=ppt/tags/tag11.xml><?xml version="1.0" encoding="utf-8"?>
<p:tagLst xmlns:p="http://schemas.openxmlformats.org/presentationml/2006/main">
  <p:tag name="THINKCELLSHAPEDONOTDELETE" val="tskMytt9zzG9kvUqH_ooN9g"/>
</p:tagLst>
</file>

<file path=ppt/tags/tag12.xml><?xml version="1.0" encoding="utf-8"?>
<p:tagLst xmlns:p="http://schemas.openxmlformats.org/presentationml/2006/main">
  <p:tag name="THINKCELLSHAPEDONOTDELETE" val="twXlFWtA8ug254ibhZpa1ig"/>
</p:tagLst>
</file>

<file path=ppt/tags/tag13.xml><?xml version="1.0" encoding="utf-8"?>
<p:tagLst xmlns:p="http://schemas.openxmlformats.org/presentationml/2006/main">
  <p:tag name="THINKCELLSHAPEDONOTDELETE" val="tb0FQMSmIMD02cwyw_8WA2Q"/>
</p:tagLst>
</file>

<file path=ppt/tags/tag14.xml><?xml version="1.0" encoding="utf-8"?>
<p:tagLst xmlns:p="http://schemas.openxmlformats.org/presentationml/2006/main">
  <p:tag name="THINKCELLSHAPEDONOTDELETE" val="tK8swflK940xu1lc0fs5m9A"/>
</p:tagLst>
</file>

<file path=ppt/tags/tag15.xml><?xml version="1.0" encoding="utf-8"?>
<p:tagLst xmlns:p="http://schemas.openxmlformats.org/presentationml/2006/main">
  <p:tag name="THINKCELLSHAPEDONOTDELETE" val="tVRDB1f5SSyyPjRvfiLjWWQ"/>
</p:tagLst>
</file>

<file path=ppt/tags/tag16.xml><?xml version="1.0" encoding="utf-8"?>
<p:tagLst xmlns:p="http://schemas.openxmlformats.org/presentationml/2006/main">
  <p:tag name="THINKCELLSHAPEDONOTDELETE" val="tSAfzRsGFAml2JBmnZo9j2A"/>
</p:tagLst>
</file>

<file path=ppt/tags/tag17.xml><?xml version="1.0" encoding="utf-8"?>
<p:tagLst xmlns:p="http://schemas.openxmlformats.org/presentationml/2006/main">
  <p:tag name="THINKCELLSHAPEDONOTDELETE" val="tmGwIoSywAc3HNwaXyqoNNA"/>
</p:tagLst>
</file>

<file path=ppt/tags/tag18.xml><?xml version="1.0" encoding="utf-8"?>
<p:tagLst xmlns:p="http://schemas.openxmlformats.org/presentationml/2006/main">
  <p:tag name="THINKCELLSHAPEDONOTDELETE" val="t_mgfZSUg.ExbUJamD4oYwg"/>
</p:tagLst>
</file>

<file path=ppt/tags/tag19.xml><?xml version="1.0" encoding="utf-8"?>
<p:tagLst xmlns:p="http://schemas.openxmlformats.org/presentationml/2006/main">
  <p:tag name="THINKCELLSHAPEDONOTDELETE" val="t9a6Lw1_.H9JlEVoj9ehuyQ"/>
</p:tagLst>
</file>

<file path=ppt/tags/tag20.xml><?xml version="1.0" encoding="utf-8"?>
<p:tagLst xmlns:p="http://schemas.openxmlformats.org/presentationml/2006/main">
  <p:tag name="THINKCELLSHAPEDONOTDELETE" val="tvrlxBUlvu3U_YzIH8.85qw"/>
</p:tagLst>
</file>

<file path=ppt/tags/tag21.xml><?xml version="1.0" encoding="utf-8"?>
<p:tagLst xmlns:p="http://schemas.openxmlformats.org/presentationml/2006/main">
  <p:tag name="THINKCELLSHAPEDONOTDELETE" val="tXyv3mZExBkcUAYxwo_JuNw"/>
</p:tagLst>
</file>

<file path=ppt/tags/tag22.xml><?xml version="1.0" encoding="utf-8"?>
<p:tagLst xmlns:p="http://schemas.openxmlformats.org/presentationml/2006/main">
  <p:tag name="THINKCELLSHAPEDONOTDELETE" val="tS48YQ4SeMCvY9ZbOy.Gf9A"/>
</p:tagLst>
</file>

<file path=ppt/tags/tag23.xml><?xml version="1.0" encoding="utf-8"?>
<p:tagLst xmlns:p="http://schemas.openxmlformats.org/presentationml/2006/main">
  <p:tag name="THINKCELLSHAPEDONOTDELETE" val="tgVR4ryrM1uhrFl6O.xU2tQ"/>
</p:tagLst>
</file>

<file path=ppt/tags/tag24.xml><?xml version="1.0" encoding="utf-8"?>
<p:tagLst xmlns:p="http://schemas.openxmlformats.org/presentationml/2006/main">
  <p:tag name="THINKCELLSHAPEDONOTDELETE" val="tD0QFG41Y93W9_EfkehGTvA"/>
</p:tagLst>
</file>

<file path=ppt/tags/tag25.xml><?xml version="1.0" encoding="utf-8"?>
<p:tagLst xmlns:p="http://schemas.openxmlformats.org/presentationml/2006/main">
  <p:tag name="THINKCELLSHAPEDONOTDELETE" val="tPBdPMIKNgItvXM60j.VYRQ"/>
</p:tagLst>
</file>

<file path=ppt/tags/tag26.xml><?xml version="1.0" encoding="utf-8"?>
<p:tagLst xmlns:p="http://schemas.openxmlformats.org/presentationml/2006/main">
  <p:tag name="THINKCELLSHAPEDONOTDELETE" val="tw8V2SG97vSADqfSy7X9OBg"/>
</p:tagLst>
</file>

<file path=ppt/tags/tag27.xml><?xml version="1.0" encoding="utf-8"?>
<p:tagLst xmlns:p="http://schemas.openxmlformats.org/presentationml/2006/main">
  <p:tag name="THINKCELLSHAPEDONOTDELETE" val="tnMeTT_sWYnmFZ1nhbyezfQ"/>
</p:tagLst>
</file>

<file path=ppt/tags/tag28.xml><?xml version="1.0" encoding="utf-8"?>
<p:tagLst xmlns:p="http://schemas.openxmlformats.org/presentationml/2006/main">
  <p:tag name="THINKCELLSHAPEDONOTDELETE" val="tuh.hM3n.i2Ntri76i1to4g"/>
</p:tagLst>
</file>

<file path=ppt/tags/tag29.xml><?xml version="1.0" encoding="utf-8"?>
<p:tagLst xmlns:p="http://schemas.openxmlformats.org/presentationml/2006/main">
  <p:tag name="THINKCELLSHAPEDONOTDELETE" val="tw9HlAlw3p_1ZRP.Hz65Gvw"/>
</p:tagLst>
</file>

<file path=ppt/tags/tag30.xml><?xml version="1.0" encoding="utf-8"?>
<p:tagLst xmlns:p="http://schemas.openxmlformats.org/presentationml/2006/main">
  <p:tag name="THINKCELLSHAPEDONOTDELETE" val="txrodtJOEK5cRUB5Dbli.Gw"/>
</p:tagLst>
</file>

<file path=ppt/tags/tag31.xml><?xml version="1.0" encoding="utf-8"?>
<p:tagLst xmlns:p="http://schemas.openxmlformats.org/presentationml/2006/main">
  <p:tag name="THINKCELLSHAPEDONOTDELETE" val="tuQXO8aKruUUgoWvMp0tORw"/>
</p:tagLst>
</file>

<file path=ppt/tags/tag32.xml><?xml version="1.0" encoding="utf-8"?>
<p:tagLst xmlns:p="http://schemas.openxmlformats.org/presentationml/2006/main">
  <p:tag name="THINKCELLSHAPEDONOTDELETE" val="taBMzLH91ei3xmTh0.gqbBg"/>
</p:tagLst>
</file>

<file path=ppt/tags/tag33.xml><?xml version="1.0" encoding="utf-8"?>
<p:tagLst xmlns:p="http://schemas.openxmlformats.org/presentationml/2006/main">
  <p:tag name="THINKCELLSHAPEDONOTDELETE" val="tZjmf88Mh9EtMOciJXUZR3A"/>
</p:tagLst>
</file>

<file path=ppt/tags/tag34.xml><?xml version="1.0" encoding="utf-8"?>
<p:tagLst xmlns:p="http://schemas.openxmlformats.org/presentationml/2006/main">
  <p:tag name="THINKCELLSHAPEDONOTDELETE" val="ty75_coad5bN76JiiLn5i4w"/>
</p:tagLst>
</file>

<file path=ppt/tags/tag35.xml><?xml version="1.0" encoding="utf-8"?>
<p:tagLst xmlns:p="http://schemas.openxmlformats.org/presentationml/2006/main">
  <p:tag name="THINKCELLSHAPEDONOTDELETE" val="tIZusnhKBL0nf7a7NMkh92Q"/>
</p:tagLst>
</file>

<file path=ppt/tags/tag36.xml><?xml version="1.0" encoding="utf-8"?>
<p:tagLst xmlns:p="http://schemas.openxmlformats.org/presentationml/2006/main">
  <p:tag name="THINKCELLSHAPEDONOTDELETE" val="tWJhkkan0henFghO5fktiAQ"/>
</p:tagLst>
</file>

<file path=ppt/tags/tag37.xml><?xml version="1.0" encoding="utf-8"?>
<p:tagLst xmlns:p="http://schemas.openxmlformats.org/presentationml/2006/main">
  <p:tag name="THINKCELLSHAPEDONOTDELETE" val="taCKlI3b6aS.cK7vsj2orfw"/>
</p:tagLst>
</file>

<file path=ppt/tags/tag38.xml><?xml version="1.0" encoding="utf-8"?>
<p:tagLst xmlns:p="http://schemas.openxmlformats.org/presentationml/2006/main">
  <p:tag name="THINKCELLSHAPEDONOTDELETE" val="tmKKjAV9QkO7qGjsyFtQj4w"/>
</p:tagLst>
</file>

<file path=ppt/tags/tag39.xml><?xml version="1.0" encoding="utf-8"?>
<p:tagLst xmlns:p="http://schemas.openxmlformats.org/presentationml/2006/main">
  <p:tag name="THINKCELLSHAPEDONOTDELETE" val="tAS4WcnQayYLWIXdY3kxFFQ"/>
</p:tagLst>
</file>

<file path=ppt/tags/tag40.xml><?xml version="1.0" encoding="utf-8"?>
<p:tagLst xmlns:p="http://schemas.openxmlformats.org/presentationml/2006/main">
  <p:tag name="THINKCELLSHAPEDONOTDELETE" val="t.68OddPS2z2.uz1Mwfyhaw"/>
</p:tagLst>
</file>

<file path=ppt/tags/tag41.xml><?xml version="1.0" encoding="utf-8"?>
<p:tagLst xmlns:p="http://schemas.openxmlformats.org/presentationml/2006/main">
  <p:tag name="THINKCELLSHAPEDONOTDELETE" val="twRj.7SKf8_btufioIlCr2Q"/>
</p:tagLst>
</file>

<file path=ppt/tags/tag42.xml><?xml version="1.0" encoding="utf-8"?>
<p:tagLst xmlns:p="http://schemas.openxmlformats.org/presentationml/2006/main">
  <p:tag name="THINKCELLSHAPEDONOTDELETE" val="tDQpjf4T7DQMCXKuTbrcL1Q"/>
</p:tagLst>
</file>

<file path=ppt/tags/tag43.xml><?xml version="1.0" encoding="utf-8"?>
<p:tagLst xmlns:p="http://schemas.openxmlformats.org/presentationml/2006/main">
  <p:tag name="THINKCELLSHAPEDONOTDELETE" val="tTcsTHrLbPRhsaHt6mxGXyQ"/>
</p:tagLst>
</file>

<file path=ppt/tags/tag44.xml><?xml version="1.0" encoding="utf-8"?>
<p:tagLst xmlns:p="http://schemas.openxmlformats.org/presentationml/2006/main">
  <p:tag name="THINKCELLSHAPEDONOTDELETE" val="tC3FBbx2S2xOKwKSiS58uxw"/>
</p:tagLst>
</file>

<file path=ppt/tags/tag45.xml><?xml version="1.0" encoding="utf-8"?>
<p:tagLst xmlns:p="http://schemas.openxmlformats.org/presentationml/2006/main">
  <p:tag name="THINKCELLSHAPEDONOTDELETE" val="tkUG8Hvsv5SkTxDJZuYbgeQ"/>
</p:tagLst>
</file>

<file path=ppt/tags/tag46.xml><?xml version="1.0" encoding="utf-8"?>
<p:tagLst xmlns:p="http://schemas.openxmlformats.org/presentationml/2006/main">
  <p:tag name="THINKCELLSHAPEDONOTDELETE" val="tCThn93I6gBMiq4G3FTxoGA"/>
</p:tagLst>
</file>

<file path=ppt/tags/tag47.xml><?xml version="1.0" encoding="utf-8"?>
<p:tagLst xmlns:p="http://schemas.openxmlformats.org/presentationml/2006/main">
  <p:tag name="THINKCELLSHAPEDONOTDELETE" val="tTzMkG2Ybu9O.uAKHDzaEOw"/>
</p:tagLst>
</file>

<file path=ppt/tags/tag48.xml><?xml version="1.0" encoding="utf-8"?>
<p:tagLst xmlns:p="http://schemas.openxmlformats.org/presentationml/2006/main">
  <p:tag name="THINKCELLSHAPEDONOTDELETE" val="tsIzF1GjXEfvTeyaVIAXHvQ"/>
</p:tagLst>
</file>

<file path=ppt/tags/tag49.xml><?xml version="1.0" encoding="utf-8"?>
<p:tagLst xmlns:p="http://schemas.openxmlformats.org/presentationml/2006/main">
  <p:tag name="THINKCELLSHAPEDONOTDELETE" val="tN9YJGWEVz1DcLcIhmT_hhA"/>
</p:tagLst>
</file>

<file path=ppt/tags/tag50.xml><?xml version="1.0" encoding="utf-8"?>
<p:tagLst xmlns:p="http://schemas.openxmlformats.org/presentationml/2006/main">
  <p:tag name="THINKCELLSHAPEDONOTDELETE" val="tD7lpPxApGdPPueVacEyIlg"/>
</p:tagLst>
</file>

<file path=ppt/tags/tag51.xml><?xml version="1.0" encoding="utf-8"?>
<p:tagLst xmlns:p="http://schemas.openxmlformats.org/presentationml/2006/main">
  <p:tag name="THINKCELLSHAPEDONOTDELETE" val="tIBPPlQW7CD2EifHt63zGQQ"/>
</p:tagLst>
</file>

<file path=ppt/tags/tag52.xml><?xml version="1.0" encoding="utf-8"?>
<p:tagLst xmlns:p="http://schemas.openxmlformats.org/presentationml/2006/main">
  <p:tag name="THINKCELLSHAPEDONOTDELETE" val="tS2WjB9nSD0EvqJXHtizSQA"/>
</p:tagLst>
</file>

<file path=ppt/tags/tag53.xml><?xml version="1.0" encoding="utf-8"?>
<p:tagLst xmlns:p="http://schemas.openxmlformats.org/presentationml/2006/main">
  <p:tag name="THINKCELLSHAPEDONOTDELETE" val="tziXpWa9MQR.EuiFcOCENOg"/>
</p:tagLst>
</file>

<file path=ppt/tags/tag54.xml><?xml version="1.0" encoding="utf-8"?>
<p:tagLst xmlns:p="http://schemas.openxmlformats.org/presentationml/2006/main">
  <p:tag name="THINKCELLSHAPEDONOTDELETE" val="tKx0AeS9O228O.0L7KHmTzA"/>
</p:tagLst>
</file>

<file path=ppt/tags/tag55.xml><?xml version="1.0" encoding="utf-8"?>
<p:tagLst xmlns:p="http://schemas.openxmlformats.org/presentationml/2006/main">
  <p:tag name="THINKCELLSHAPEDONOTDELETE" val="t7RF4yorBhEbkdaf2XKaqxQ"/>
</p:tagLst>
</file>

<file path=ppt/tags/tag56.xml><?xml version="1.0" encoding="utf-8"?>
<p:tagLst xmlns:p="http://schemas.openxmlformats.org/presentationml/2006/main">
  <p:tag name="THINKCELLSHAPEDONOTDELETE" val="tKTKY8GArpFQZyLSmzbDa4g"/>
</p:tagLst>
</file>

<file path=ppt/tags/tag57.xml><?xml version="1.0" encoding="utf-8"?>
<p:tagLst xmlns:p="http://schemas.openxmlformats.org/presentationml/2006/main">
  <p:tag name="THINKCELLSHAPEDONOTDELETE" val="t7001ZLf4XGeJaZuvNQLs.g"/>
</p:tagLst>
</file>

<file path=ppt/tags/tag58.xml><?xml version="1.0" encoding="utf-8"?>
<p:tagLst xmlns:p="http://schemas.openxmlformats.org/presentationml/2006/main">
  <p:tag name="THINKCELLSHAPEDONOTDELETE" val="t32IXH0aZfGmwjiCPzItEnQ"/>
</p:tagLst>
</file>

<file path=ppt/tags/tag59.xml><?xml version="1.0" encoding="utf-8"?>
<p:tagLst xmlns:p="http://schemas.openxmlformats.org/presentationml/2006/main">
  <p:tag name="THINKCELLSHAPEDONOTDELETE" val="tQmSxRs3WO5_I2vVVTRpHuQ"/>
</p:tagLst>
</file>

<file path=ppt/tags/tag60.xml><?xml version="1.0" encoding="utf-8"?>
<p:tagLst xmlns:p="http://schemas.openxmlformats.org/presentationml/2006/main">
  <p:tag name="THINKCELLSHAPEDONOTDELETE" val="tYN013.qyf9vjsInIq0lokQ"/>
</p:tagLst>
</file>

<file path=ppt/tags/tag61.xml><?xml version="1.0" encoding="utf-8"?>
<p:tagLst xmlns:p="http://schemas.openxmlformats.org/presentationml/2006/main">
  <p:tag name="THINKCELLSHAPEDONOTDELETE" val="tfX0lsFT1JbB7e7SwwrdcZw"/>
</p:tagLst>
</file>

<file path=ppt/tags/tag62.xml><?xml version="1.0" encoding="utf-8"?>
<p:tagLst xmlns:p="http://schemas.openxmlformats.org/presentationml/2006/main">
  <p:tag name="THINKCELLSHAPEDONOTDELETE" val="tHBNDmDkG_NdqQdlfzudGxQ"/>
</p:tagLst>
</file>

<file path=ppt/tags/tag63.xml><?xml version="1.0" encoding="utf-8"?>
<p:tagLst xmlns:p="http://schemas.openxmlformats.org/presentationml/2006/main">
  <p:tag name="THINKCELLSHAPEDONOTDELETE" val="tiOSaXh.TZFzLilVyYZnxYA"/>
</p:tagLst>
</file>

<file path=ppt/tags/tag64.xml><?xml version="1.0" encoding="utf-8"?>
<p:tagLst xmlns:p="http://schemas.openxmlformats.org/presentationml/2006/main">
  <p:tag name="THINKCELLSHAPEDONOTDELETE" val="tixBQJLtiqd4DeN1UoDBK_g"/>
</p:tagLst>
</file>

<file path=ppt/tags/tag65.xml><?xml version="1.0" encoding="utf-8"?>
<p:tagLst xmlns:p="http://schemas.openxmlformats.org/presentationml/2006/main">
  <p:tag name="THINKCELLSHAPEDONOTDELETE" val="t_RU42QRnFacc2fbujh94Tg"/>
</p:tagLst>
</file>

<file path=ppt/tags/tag66.xml><?xml version="1.0" encoding="utf-8"?>
<p:tagLst xmlns:p="http://schemas.openxmlformats.org/presentationml/2006/main">
  <p:tag name="THINKCELLSHAPEDONOTDELETE" val="tytaZP9ER2emtp8Cz9PWQOA"/>
</p:tagLst>
</file>

<file path=ppt/tags/tag67.xml><?xml version="1.0" encoding="utf-8"?>
<p:tagLst xmlns:p="http://schemas.openxmlformats.org/presentationml/2006/main">
  <p:tag name="THINKCELLSHAPEDONOTDELETE" val="t3YrtBp7IpXz3WuGRD3.r6w"/>
</p:tagLst>
</file>

<file path=ppt/tags/tag68.xml><?xml version="1.0" encoding="utf-8"?>
<p:tagLst xmlns:p="http://schemas.openxmlformats.org/presentationml/2006/main">
  <p:tag name="THINKCELLSHAPEDONOTDELETE" val="tC0F1mCNsxJrSSoWjqkAFFg"/>
</p:tagLst>
</file>

<file path=ppt/tags/tag69.xml><?xml version="1.0" encoding="utf-8"?>
<p:tagLst xmlns:p="http://schemas.openxmlformats.org/presentationml/2006/main">
  <p:tag name="THINKCELLSHAPEDONOTDELETE" val="tXqjPgDL7GhHjM5Rt_sWilw"/>
</p:tagLst>
</file>

<file path=ppt/tags/tag70.xml><?xml version="1.0" encoding="utf-8"?>
<p:tagLst xmlns:p="http://schemas.openxmlformats.org/presentationml/2006/main">
  <p:tag name="THINKCELLSHAPEDONOTDELETE" val="tN2qIm3J873NdTBJWyv9mQw"/>
</p:tagLst>
</file>

<file path=ppt/tags/tag71.xml><?xml version="1.0" encoding="utf-8"?>
<p:tagLst xmlns:p="http://schemas.openxmlformats.org/presentationml/2006/main">
  <p:tag name="THINKCELLSHAPEDONOTDELETE" val="t6wxU1kLRb71RRy9EMKGlwA"/>
</p:tagLst>
</file>

<file path=ppt/tags/tag72.xml><?xml version="1.0" encoding="utf-8"?>
<p:tagLst xmlns:p="http://schemas.openxmlformats.org/presentationml/2006/main">
  <p:tag name="THINKCELLSHAPEDONOTDELETE" val="tjmWpmN_vm1HJ.pC4SKT5FQ"/>
</p:tagLst>
</file>

<file path=ppt/tags/tag73.xml><?xml version="1.0" encoding="utf-8"?>
<p:tagLst xmlns:p="http://schemas.openxmlformats.org/presentationml/2006/main">
  <p:tag name="THINKCELLSHAPEDONOTDELETE" val="tb036XeH6NvqDoU_SLJI7aQ"/>
</p:tagLst>
</file>

<file path=ppt/tags/tag74.xml><?xml version="1.0" encoding="utf-8"?>
<p:tagLst xmlns:p="http://schemas.openxmlformats.org/presentationml/2006/main">
  <p:tag name="THINKCELLSHAPEDONOTDELETE" val="thinkcellActiveDocDoNotDelete"/>
</p:tagLst>
</file>

<file path=ppt/tags/tag75.xml><?xml version="1.0" encoding="utf-8"?>
<p:tagLst xmlns:p="http://schemas.openxmlformats.org/presentationml/2006/main">
  <p:tag name="THINKCELLSHAPEDONOTDELETE" val="tK.6SNoWujyGY67uf4xULBw"/>
</p:tagLst>
</file>

<file path=ppt/tags/tag76.xml><?xml version="1.0" encoding="utf-8"?>
<p:tagLst xmlns:p="http://schemas.openxmlformats.org/presentationml/2006/main">
  <p:tag name="THINKCELLSHAPEDONOTDELETE" val="tCrCZMHjJ6bF5CpG9ZAb8zg"/>
</p:tagLst>
</file>

<file path=ppt/tags/tag77.xml><?xml version="1.0" encoding="utf-8"?>
<p:tagLst xmlns:p="http://schemas.openxmlformats.org/presentationml/2006/main">
  <p:tag name="THINKCELLSHAPEDONOTDELETE" val="teWOFJ3auVPUhZkCO8I2ysQ"/>
</p:tagLst>
</file>

<file path=ppt/tags/tag78.xml><?xml version="1.0" encoding="utf-8"?>
<p:tagLst xmlns:p="http://schemas.openxmlformats.org/presentationml/2006/main">
  <p:tag name="THINKCELLSHAPEDONOTDELETE" val="t3OTjNLNoLjk29Ow5bOKqGA"/>
</p:tagLst>
</file>

<file path=ppt/tags/tag79.xml><?xml version="1.0" encoding="utf-8"?>
<p:tagLst xmlns:p="http://schemas.openxmlformats.org/presentationml/2006/main">
  <p:tag name="THINKCELLSHAPEDONOTDELETE" val="tzejESlsEZ4CxPiNoUodXXQ"/>
</p:tagLst>
</file>

<file path=ppt/tags/tag80.xml><?xml version="1.0" encoding="utf-8"?>
<p:tagLst xmlns:p="http://schemas.openxmlformats.org/presentationml/2006/main">
  <p:tag name="THINKCELLSHAPEDONOTDELETE" val="tSNKBPf_hnm8HyCZlcL4YIw"/>
</p:tagLst>
</file>

<file path=ppt/tags/tag81.xml><?xml version="1.0" encoding="utf-8"?>
<p:tagLst xmlns:p="http://schemas.openxmlformats.org/presentationml/2006/main">
  <p:tag name="THINKCELLSHAPEDONOTDELETE" val="t.P7Kj7pio61drH51ZckYag"/>
</p:tagLst>
</file>

<file path=ppt/tags/tag82.xml><?xml version="1.0" encoding="utf-8"?>
<p:tagLst xmlns:p="http://schemas.openxmlformats.org/presentationml/2006/main">
  <p:tag name="THINKCELLSHAPEDONOTDELETE" val="tL26PLY3GoxSFmxzrTQrd0Q"/>
</p:tagLst>
</file>

<file path=ppt/tags/tag83.xml><?xml version="1.0" encoding="utf-8"?>
<p:tagLst xmlns:p="http://schemas.openxmlformats.org/presentationml/2006/main">
  <p:tag name="THINKCELLSHAPEDONOTDELETE" val="tskMytt9zzG9kvUqH_ooN9g"/>
</p:tagLst>
</file>

<file path=ppt/tags/tag84.xml><?xml version="1.0" encoding="utf-8"?>
<p:tagLst xmlns:p="http://schemas.openxmlformats.org/presentationml/2006/main">
  <p:tag name="THINKCELLSHAPEDONOTDELETE" val="twXlFWtA8ug254ibhZpa1ig"/>
</p:tagLst>
</file>

<file path=ppt/tags/tag85.xml><?xml version="1.0" encoding="utf-8"?>
<p:tagLst xmlns:p="http://schemas.openxmlformats.org/presentationml/2006/main">
  <p:tag name="THINKCELLSHAPEDONOTDELETE" val="tb0FQMSmIMD02cwyw_8WA2Q"/>
</p:tagLst>
</file>

<file path=ppt/tags/tag86.xml><?xml version="1.0" encoding="utf-8"?>
<p:tagLst xmlns:p="http://schemas.openxmlformats.org/presentationml/2006/main">
  <p:tag name="THINKCELLSHAPEDONOTDELETE" val="tK8swflK940xu1lc0fs5m9A"/>
</p:tagLst>
</file>

<file path=ppt/tags/tag87.xml><?xml version="1.0" encoding="utf-8"?>
<p:tagLst xmlns:p="http://schemas.openxmlformats.org/presentationml/2006/main">
  <p:tag name="THINKCELLSHAPEDONOTDELETE" val="tVRDB1f5SSyyPjRvfiLjWWQ"/>
</p:tagLst>
</file>

<file path=ppt/tags/tag88.xml><?xml version="1.0" encoding="utf-8"?>
<p:tagLst xmlns:p="http://schemas.openxmlformats.org/presentationml/2006/main">
  <p:tag name="THINKCELLSHAPEDONOTDELETE" val="t95Fj.OumhECZtIr1ykGaQQ"/>
</p:tagLst>
</file>

<file path=ppt/tags/tag89.xml><?xml version="1.0" encoding="utf-8"?>
<p:tagLst xmlns:p="http://schemas.openxmlformats.org/presentationml/2006/main">
  <p:tag name="THINKCELLSHAPEDONOTDELETE" val="tvFXOFNhPngUAoZpT.YY2eA"/>
</p:tagLst>
</file>

<file path=ppt/tags/tag90.xml><?xml version="1.0" encoding="utf-8"?>
<p:tagLst xmlns:p="http://schemas.openxmlformats.org/presentationml/2006/main">
  <p:tag name="THINKCELLSHAPEDONOTDELETE" val="tjEIyRVMauJoGHR3uWE6dvQ"/>
</p:tagLst>
</file>

<file path=ppt/tags/tag91.xml><?xml version="1.0" encoding="utf-8"?>
<p:tagLst xmlns:p="http://schemas.openxmlformats.org/presentationml/2006/main">
  <p:tag name="THINKCELLSHAPEDONOTDELETE" val="tSAfzRsGFAml2JBmnZo9j2A"/>
</p:tagLst>
</file>

<file path=ppt/tags/tag92.xml><?xml version="1.0" encoding="utf-8"?>
<p:tagLst xmlns:p="http://schemas.openxmlformats.org/presentationml/2006/main">
  <p:tag name="THINKCELLSHAPEDONOTDELETE" val="tmGwIoSywAc3HNwaXyqoNNA"/>
</p:tagLst>
</file>

<file path=ppt/tags/tag93.xml><?xml version="1.0" encoding="utf-8"?>
<p:tagLst xmlns:p="http://schemas.openxmlformats.org/presentationml/2006/main">
  <p:tag name="THINKCELLSHAPEDONOTDELETE" val="t_mgfZSUg.ExbUJamD4oYwg"/>
</p:tagLst>
</file>

<file path=ppt/tags/tag94.xml><?xml version="1.0" encoding="utf-8"?>
<p:tagLst xmlns:p="http://schemas.openxmlformats.org/presentationml/2006/main">
  <p:tag name="THINKCELLSHAPEDONOTDELETE" val="t9a6Lw1_.H9JlEVoj9ehuyQ"/>
</p:tagLst>
</file>

<file path=ppt/tags/tag95.xml><?xml version="1.0" encoding="utf-8"?>
<p:tagLst xmlns:p="http://schemas.openxmlformats.org/presentationml/2006/main">
  <p:tag name="THINKCELLSHAPEDONOTDELETE" val="tc0gLW6U.dDon.1JbC6_Oig"/>
</p:tagLst>
</file>

<file path=ppt/tags/tag96.xml><?xml version="1.0" encoding="utf-8"?>
<p:tagLst xmlns:p="http://schemas.openxmlformats.org/presentationml/2006/main">
  <p:tag name="THINKCELLSHAPEDONOTDELETE" val="tvrlxBUlvu3U_YzIH8.85qw"/>
</p:tagLst>
</file>

<file path=ppt/tags/tag97.xml><?xml version="1.0" encoding="utf-8"?>
<p:tagLst xmlns:p="http://schemas.openxmlformats.org/presentationml/2006/main">
  <p:tag name="THINKCELLSHAPEDONOTDELETE" val="tXyv3mZExBkcUAYxwo_JuNw"/>
</p:tagLst>
</file>

<file path=ppt/tags/tag98.xml><?xml version="1.0" encoding="utf-8"?>
<p:tagLst xmlns:p="http://schemas.openxmlformats.org/presentationml/2006/main">
  <p:tag name="THINKCELLSHAPEDONOTDELETE" val="tS48YQ4SeMCvY9ZbOy.Gf9A"/>
</p:tagLst>
</file>

<file path=ppt/tags/tag99.xml><?xml version="1.0" encoding="utf-8"?>
<p:tagLst xmlns:p="http://schemas.openxmlformats.org/presentationml/2006/main">
  <p:tag name="THINKCELLSHAPEDONOTDELETE" val="tgVR4ryrM1uhrFl6O.xU2tQ"/>
</p:tagLst>
</file>

<file path=ppt/tags/tag100.xml><?xml version="1.0" encoding="utf-8"?>
<p:tagLst xmlns:p="http://schemas.openxmlformats.org/presentationml/2006/main">
  <p:tag name="THINKCELLSHAPEDONOTDELETE" val="t6ARS6K8QoOJZsaUJnl2iAw"/>
</p:tagLst>
</file>

<file path=ppt/tags/tag101.xml><?xml version="1.0" encoding="utf-8"?>
<p:tagLst xmlns:p="http://schemas.openxmlformats.org/presentationml/2006/main">
  <p:tag name="THINKCELLSHAPEDONOTDELETE" val="tD0QFG41Y93W9_EfkehGTvA"/>
</p:tagLst>
</file>

<file path=ppt/tags/tag102.xml><?xml version="1.0" encoding="utf-8"?>
<p:tagLst xmlns:p="http://schemas.openxmlformats.org/presentationml/2006/main">
  <p:tag name="THINKCELLSHAPEDONOTDELETE" val="tPBdPMIKNgItvXM60j.VYRQ"/>
</p:tagLst>
</file>

<file path=ppt/tags/tag103.xml><?xml version="1.0" encoding="utf-8"?>
<p:tagLst xmlns:p="http://schemas.openxmlformats.org/presentationml/2006/main">
  <p:tag name="THINKCELLSHAPEDONOTDELETE" val="tw8V2SG97vSADqfSy7X9OBg"/>
</p:tagLst>
</file>

<file path=ppt/tags/tag104.xml><?xml version="1.0" encoding="utf-8"?>
<p:tagLst xmlns:p="http://schemas.openxmlformats.org/presentationml/2006/main">
  <p:tag name="THINKCELLSHAPEDONOTDELETE" val="tnMeTT_sWYnmFZ1nhbyezfQ"/>
</p:tagLst>
</file>

<file path=ppt/tags/tag105.xml><?xml version="1.0" encoding="utf-8"?>
<p:tagLst xmlns:p="http://schemas.openxmlformats.org/presentationml/2006/main">
  <p:tag name="THINKCELLSHAPEDONOTDELETE" val="tuh.hM3n.i2Ntri76i1to4g"/>
</p:tagLst>
</file>

<file path=ppt/tags/tag106.xml><?xml version="1.0" encoding="utf-8"?>
<p:tagLst xmlns:p="http://schemas.openxmlformats.org/presentationml/2006/main">
  <p:tag name="THINKCELLSHAPEDONOTDELETE" val="tw9HlAlw3p_1ZRP.Hz65Gvw"/>
</p:tagLst>
</file>

<file path=ppt/tags/tag107.xml><?xml version="1.0" encoding="utf-8"?>
<p:tagLst xmlns:p="http://schemas.openxmlformats.org/presentationml/2006/main">
  <p:tag name="THINKCELLSHAPEDONOTDELETE" val="txrodtJOEK5cRUB5Dbli.Gw"/>
</p:tagLst>
</file>

<file path=ppt/tags/tag108.xml><?xml version="1.0" encoding="utf-8"?>
<p:tagLst xmlns:p="http://schemas.openxmlformats.org/presentationml/2006/main">
  <p:tag name="THINKCELLSHAPEDONOTDELETE" val="tuQXO8aKruUUgoWvMp0tORw"/>
</p:tagLst>
</file>

<file path=ppt/tags/tag109.xml><?xml version="1.0" encoding="utf-8"?>
<p:tagLst xmlns:p="http://schemas.openxmlformats.org/presentationml/2006/main">
  <p:tag name="THINKCELLSHAPEDONOTDELETE" val="taBMzLH91ei3xmTh0.gqbBg"/>
</p:tagLst>
</file>

<file path=ppt/tags/tag110.xml><?xml version="1.0" encoding="utf-8"?>
<p:tagLst xmlns:p="http://schemas.openxmlformats.org/presentationml/2006/main">
  <p:tag name="THINKCELLSHAPEDONOTDELETE" val="tZjmf88Mh9EtMOciJXUZR3A"/>
</p:tagLst>
</file>

<file path=ppt/tags/tag111.xml><?xml version="1.0" encoding="utf-8"?>
<p:tagLst xmlns:p="http://schemas.openxmlformats.org/presentationml/2006/main">
  <p:tag name="THINKCELLSHAPEDONOTDELETE" val="ty75_coad5bN76JiiLn5i4w"/>
</p:tagLst>
</file>

<file path=ppt/tags/tag112.xml><?xml version="1.0" encoding="utf-8"?>
<p:tagLst xmlns:p="http://schemas.openxmlformats.org/presentationml/2006/main">
  <p:tag name="THINKCELLSHAPEDONOTDELETE" val="tIZusnhKBL0nf7a7NMkh92Q"/>
</p:tagLst>
</file>

<file path=ppt/tags/tag113.xml><?xml version="1.0" encoding="utf-8"?>
<p:tagLst xmlns:p="http://schemas.openxmlformats.org/presentationml/2006/main">
  <p:tag name="THINKCELLSHAPEDONOTDELETE" val="tWJhkkan0henFghO5fktiAQ"/>
</p:tagLst>
</file>

<file path=ppt/tags/tag114.xml><?xml version="1.0" encoding="utf-8"?>
<p:tagLst xmlns:p="http://schemas.openxmlformats.org/presentationml/2006/main">
  <p:tag name="THINKCELLSHAPEDONOTDELETE" val="taCKlI3b6aS.cK7vsj2orfw"/>
</p:tagLst>
</file>

<file path=ppt/tags/tag115.xml><?xml version="1.0" encoding="utf-8"?>
<p:tagLst xmlns:p="http://schemas.openxmlformats.org/presentationml/2006/main">
  <p:tag name="THINKCELLSHAPEDONOTDELETE" val="tmKKjAV9QkO7qGjsyFtQj4w"/>
</p:tagLst>
</file>

<file path=ppt/tags/tag116.xml><?xml version="1.0" encoding="utf-8"?>
<p:tagLst xmlns:p="http://schemas.openxmlformats.org/presentationml/2006/main">
  <p:tag name="THINKCELLSHAPEDONOTDELETE" val="tAS4WcnQayYLWIXdY3kxFFQ"/>
</p:tagLst>
</file>

<file path=ppt/tags/tag117.xml><?xml version="1.0" encoding="utf-8"?>
<p:tagLst xmlns:p="http://schemas.openxmlformats.org/presentationml/2006/main">
  <p:tag name="THINKCELLSHAPEDONOTDELETE" val="t.68OddPS2z2.uz1Mwfyhaw"/>
</p:tagLst>
</file>

<file path=ppt/tags/tag118.xml><?xml version="1.0" encoding="utf-8"?>
<p:tagLst xmlns:p="http://schemas.openxmlformats.org/presentationml/2006/main">
  <p:tag name="THINKCELLSHAPEDONOTDELETE" val="t4v_5PWPJ0Hdlo6__CQwaCA"/>
</p:tagLst>
</file>

<file path=ppt/tags/tag119.xml><?xml version="1.0" encoding="utf-8"?>
<p:tagLst xmlns:p="http://schemas.openxmlformats.org/presentationml/2006/main">
  <p:tag name="THINKCELLSHAPEDONOTDELETE" val="tERWxNAOuSIogt02rrpue3Q"/>
</p:tagLst>
</file>

<file path=ppt/tags/tag120.xml><?xml version="1.0" encoding="utf-8"?>
<p:tagLst xmlns:p="http://schemas.openxmlformats.org/presentationml/2006/main">
  <p:tag name="THINKCELLSHAPEDONOTDELETE" val="ts64FFhqrkehmh0043QmPgQ"/>
</p:tagLst>
</file>

<file path=ppt/tags/tag121.xml><?xml version="1.0" encoding="utf-8"?>
<p:tagLst xmlns:p="http://schemas.openxmlformats.org/presentationml/2006/main">
  <p:tag name="THINKCELLSHAPEDONOTDELETE" val="twRj.7SKf8_btufioIlCr2Q"/>
</p:tagLst>
</file>

<file path=ppt/tags/tag122.xml><?xml version="1.0" encoding="utf-8"?>
<p:tagLst xmlns:p="http://schemas.openxmlformats.org/presentationml/2006/main">
  <p:tag name="THINKCELLSHAPEDONOTDELETE" val="tDQpjf4T7DQMCXKuTbrcL1Q"/>
</p:tagLst>
</file>

<file path=ppt/tags/tag123.xml><?xml version="1.0" encoding="utf-8"?>
<p:tagLst xmlns:p="http://schemas.openxmlformats.org/presentationml/2006/main">
  <p:tag name="THINKCELLSHAPEDONOTDELETE" val="tTcsTHrLbPRhsaHt6mxGXyQ"/>
</p:tagLst>
</file>

<file path=ppt/tags/tag124.xml><?xml version="1.0" encoding="utf-8"?>
<p:tagLst xmlns:p="http://schemas.openxmlformats.org/presentationml/2006/main">
  <p:tag name="THINKCELLSHAPEDONOTDELETE" val="tC3FBbx2S2xOKwKSiS58uxw"/>
</p:tagLst>
</file>

<file path=ppt/tags/tag125.xml><?xml version="1.0" encoding="utf-8"?>
<p:tagLst xmlns:p="http://schemas.openxmlformats.org/presentationml/2006/main">
  <p:tag name="THINKCELLSHAPEDONOTDELETE" val="tblLDK8BY1rOW2yjUdvfgzw"/>
</p:tagLst>
</file>

<file path=ppt/tags/tag126.xml><?xml version="1.0" encoding="utf-8"?>
<p:tagLst xmlns:p="http://schemas.openxmlformats.org/presentationml/2006/main">
  <p:tag name="THINKCELLSHAPEDONOTDELETE" val="tkUG8Hvsv5SkTxDJZuYbgeQ"/>
</p:tagLst>
</file>

<file path=ppt/tags/tag127.xml><?xml version="1.0" encoding="utf-8"?>
<p:tagLst xmlns:p="http://schemas.openxmlformats.org/presentationml/2006/main">
  <p:tag name="THINKCELLSHAPEDONOTDELETE" val="tCThn93I6gBMiq4G3FTxoGA"/>
</p:tagLst>
</file>

<file path=ppt/tags/tag128.xml><?xml version="1.0" encoding="utf-8"?>
<p:tagLst xmlns:p="http://schemas.openxmlformats.org/presentationml/2006/main">
  <p:tag name="THINKCELLSHAPEDONOTDELETE" val="tTzMkG2Ybu9O.uAKHDzaEOw"/>
</p:tagLst>
</file>

<file path=ppt/tags/tag129.xml><?xml version="1.0" encoding="utf-8"?>
<p:tagLst xmlns:p="http://schemas.openxmlformats.org/presentationml/2006/main">
  <p:tag name="THINKCELLSHAPEDONOTDELETE" val="tsIzF1GjXEfvTeyaVIAXHvQ"/>
</p:tagLst>
</file>

<file path=ppt/tags/tag130.xml><?xml version="1.0" encoding="utf-8"?>
<p:tagLst xmlns:p="http://schemas.openxmlformats.org/presentationml/2006/main">
  <p:tag name="THINKCELLSHAPEDONOTDELETE" val="tbICpoR_61cy904u.1lzSaQ"/>
</p:tagLst>
</file>

<file path=ppt/tags/tag131.xml><?xml version="1.0" encoding="utf-8"?>
<p:tagLst xmlns:p="http://schemas.openxmlformats.org/presentationml/2006/main">
  <p:tag name="THINKCELLSHAPEDONOTDELETE" val="tAcV8Yl4gNUWzH5Pudf1EMQ"/>
</p:tagLst>
</file>

<file path=ppt/tags/tag132.xml><?xml version="1.0" encoding="utf-8"?>
<p:tagLst xmlns:p="http://schemas.openxmlformats.org/presentationml/2006/main">
  <p:tag name="THINKCELLSHAPEDONOTDELETE" val="tmuRzmqFtSogT8R76qIjSZw"/>
</p:tagLst>
</file>

<file path=ppt/tags/tag133.xml><?xml version="1.0" encoding="utf-8"?>
<p:tagLst xmlns:p="http://schemas.openxmlformats.org/presentationml/2006/main">
  <p:tag name="THINKCELLSHAPEDONOTDELETE" val="tFyJKNTJm9dgsQjq8HPUKxQ"/>
</p:tagLst>
</file>

<file path=ppt/tags/tag134.xml><?xml version="1.0" encoding="utf-8"?>
<p:tagLst xmlns:p="http://schemas.openxmlformats.org/presentationml/2006/main">
  <p:tag name="THINKCELLSHAPEDONOTDELETE" val="tA5GKNR3VpVNubP.7H7PMiw"/>
</p:tagLst>
</file>

<file path=ppt/tags/tag135.xml><?xml version="1.0" encoding="utf-8"?>
<p:tagLst xmlns:p="http://schemas.openxmlformats.org/presentationml/2006/main">
  <p:tag name="THINKCELLSHAPEDONOTDELETE" val="tGfmcKn1QhUjADi.F2iic6g"/>
</p:tagLst>
</file>

<file path=ppt/tags/tag136.xml><?xml version="1.0" encoding="utf-8"?>
<p:tagLst xmlns:p="http://schemas.openxmlformats.org/presentationml/2006/main">
  <p:tag name="THINKCELLSHAPEDONOTDELETE" val="tXA7ouw.td.bqLzdlwHLwRA"/>
</p:tagLst>
</file>

<file path=ppt/tags/tag137.xml><?xml version="1.0" encoding="utf-8"?>
<p:tagLst xmlns:p="http://schemas.openxmlformats.org/presentationml/2006/main">
  <p:tag name="THINKCELLSHAPEDONOTDELETE" val="tlwbL3PiZNjS3rkrqc0Mb3w"/>
</p:tagLst>
</file>

<file path=ppt/tags/tag138.xml><?xml version="1.0" encoding="utf-8"?>
<p:tagLst xmlns:p="http://schemas.openxmlformats.org/presentationml/2006/main">
  <p:tag name="THINKCELLSHAPEDONOTDELETE" val="tbySlBbM5goXSRSzlNdIlvw"/>
</p:tagLst>
</file>

<file path=ppt/tags/tag139.xml><?xml version="1.0" encoding="utf-8"?>
<p:tagLst xmlns:p="http://schemas.openxmlformats.org/presentationml/2006/main">
  <p:tag name="THINKCELLSHAPEDONOTDELETE" val="t_vCVylCX7JU.dNTUHxaaTw"/>
</p:tagLst>
</file>

<file path=ppt/tags/tag140.xml><?xml version="1.0" encoding="utf-8"?>
<p:tagLst xmlns:p="http://schemas.openxmlformats.org/presentationml/2006/main">
  <p:tag name="THINKCELLSHAPEDONOTDELETE" val="tKjJIn5tBJpHlelUkxQ1Qlw"/>
</p:tagLst>
</file>

<file path=ppt/tags/tag141.xml><?xml version="1.0" encoding="utf-8"?>
<p:tagLst xmlns:p="http://schemas.openxmlformats.org/presentationml/2006/main">
  <p:tag name="THINKCELLSHAPEDONOTDELETE" val="tdvaVf9Aal4kiZc7fQmUQjw"/>
</p:tagLst>
</file>

<file path=ppt/tags/tag142.xml><?xml version="1.0" encoding="utf-8"?>
<p:tagLst xmlns:p="http://schemas.openxmlformats.org/presentationml/2006/main">
  <p:tag name="THINKCELLSHAPEDONOTDELETE" val="tKBDG63BxKTOcid3BRbwBWw"/>
</p:tagLst>
</file>

<file path=ppt/tags/tag143.xml><?xml version="1.0" encoding="utf-8"?>
<p:tagLst xmlns:p="http://schemas.openxmlformats.org/presentationml/2006/main">
  <p:tag name="THINKCELLSHAPEDONOTDELETE" val="tOblSkCGfsHbQERf6PS6YIA"/>
</p:tagLst>
</file>

<file path=ppt/tags/tag144.xml><?xml version="1.0" encoding="utf-8"?>
<p:tagLst xmlns:p="http://schemas.openxmlformats.org/presentationml/2006/main">
  <p:tag name="THINKCELLSHAPEDONOTDELETE" val="te7t8JRFhVC9D5KZg753OHg"/>
</p:tagLst>
</file>

<file path=ppt/tags/tag145.xml><?xml version="1.0" encoding="utf-8"?>
<p:tagLst xmlns:p="http://schemas.openxmlformats.org/presentationml/2006/main">
  <p:tag name="THINKCELLSHAPEDONOTDELETE" val="t_o5Mnn2mIY4tBkajIe6cuw"/>
</p:tagLst>
</file>

<file path=ppt/tags/tag146.xml><?xml version="1.0" encoding="utf-8"?>
<p:tagLst xmlns:p="http://schemas.openxmlformats.org/presentationml/2006/main">
  <p:tag name="THINKCELLSHAPEDONOTDELETE" val="tc.ff2eXn_hYjnT.1__I_4A"/>
</p:tagLst>
</file>

<file path=ppt/tags/tag147.xml><?xml version="1.0" encoding="utf-8"?>
<p:tagLst xmlns:p="http://schemas.openxmlformats.org/presentationml/2006/main">
  <p:tag name="THINKCELLSHAPEDONOTDELETE" val="tim0GURG9oR.t3yIy611t7Q"/>
</p:tagLst>
</file>

<file path=ppt/tags/tag148.xml><?xml version="1.0" encoding="utf-8"?>
<p:tagLst xmlns:p="http://schemas.openxmlformats.org/presentationml/2006/main">
  <p:tag name="THINKCELLSHAPEDONOTDELETE" val="tyJNxjiarKakD6AlBs709MQ"/>
</p:tagLst>
</file>

<file path=ppt/tags/tag149.xml><?xml version="1.0" encoding="utf-8"?>
<p:tagLst xmlns:p="http://schemas.openxmlformats.org/presentationml/2006/main">
  <p:tag name="THINKCELLSHAPEDONOTDELETE" val="tSpj23wMrJHx64Nc3vM59pg"/>
</p:tagLst>
</file>

<file path=ppt/tags/tag150.xml><?xml version="1.0" encoding="utf-8"?>
<p:tagLst xmlns:p="http://schemas.openxmlformats.org/presentationml/2006/main">
  <p:tag name="THINKCELLSHAPEDONOTDELETE" val="twMnxBjLJitqp1ABHwGDeOQ"/>
</p:tagLst>
</file>

<file path=ppt/tags/tag151.xml><?xml version="1.0" encoding="utf-8"?>
<p:tagLst xmlns:p="http://schemas.openxmlformats.org/presentationml/2006/main">
  <p:tag name="THINKCELLSHAPEDONOTDELETE" val="t1O9uwyQaxZiXGwYpwqQbnw"/>
</p:tagLst>
</file>

<file path=ppt/tags/tag152.xml><?xml version="1.0" encoding="utf-8"?>
<p:tagLst xmlns:p="http://schemas.openxmlformats.org/presentationml/2006/main">
  <p:tag name="THINKCELLSHAPEDONOTDELETE" val="t5kiz8z5SooAn9KKONaM.6g"/>
</p:tagLst>
</file>

<file path=ppt/tags/tag153.xml><?xml version="1.0" encoding="utf-8"?>
<p:tagLst xmlns:p="http://schemas.openxmlformats.org/presentationml/2006/main">
  <p:tag name="THINKCELLSHAPEDONOTDELETE" val="t0rXD9vWWVlMQdFmFggG9yg"/>
</p:tagLst>
</file>

<file path=ppt/tags/tag154.xml><?xml version="1.0" encoding="utf-8"?>
<p:tagLst xmlns:p="http://schemas.openxmlformats.org/presentationml/2006/main">
  <p:tag name="THINKCELLSHAPEDONOTDELETE" val="t9tBrZrdOxS1raY3v3KjJ6w"/>
</p:tagLst>
</file>

<file path=ppt/tags/tag155.xml><?xml version="1.0" encoding="utf-8"?>
<p:tagLst xmlns:p="http://schemas.openxmlformats.org/presentationml/2006/main">
  <p:tag name="THINKCELLSHAPEDONOTDELETE" val="thC._oxaR9_dopGQksRcq7w"/>
</p:tagLst>
</file>

<file path=ppt/tags/tag156.xml><?xml version="1.0" encoding="utf-8"?>
<p:tagLst xmlns:p="http://schemas.openxmlformats.org/presentationml/2006/main">
  <p:tag name="THINKCELLSHAPEDONOTDELETE" val="tFw6fFgWx9nXb._Kjvt4s6g"/>
</p:tagLst>
</file>

<file path=ppt/tags/tag157.xml><?xml version="1.0" encoding="utf-8"?>
<p:tagLst xmlns:p="http://schemas.openxmlformats.org/presentationml/2006/main">
  <p:tag name="THINKCELLSHAPEDONOTDELETE" val="tG706O5tOGIoS2Q_jUfGcag"/>
</p:tagLst>
</file>

<file path=ppt/tags/tag158.xml><?xml version="1.0" encoding="utf-8"?>
<p:tagLst xmlns:p="http://schemas.openxmlformats.org/presentationml/2006/main">
  <p:tag name="THINKCELLSHAPEDONOTDELETE" val="tx5tsN8fP1PG4EHSijo9zsg"/>
</p:tagLst>
</file>

<file path=ppt/tags/tag159.xml><?xml version="1.0" encoding="utf-8"?>
<p:tagLst xmlns:p="http://schemas.openxmlformats.org/presentationml/2006/main">
  <p:tag name="THINKCELLSHAPEDONOTDELETE" val="thinkcellActiveDocDoNotDelete"/>
</p:tagLst>
</file>

<file path=ppt/tags/tag160.xml><?xml version="1.0" encoding="utf-8"?>
<p:tagLst xmlns:p="http://schemas.openxmlformats.org/presentationml/2006/main">
  <p:tag name="THINKCELLSHAPEDONOTDELETE" val="tK.6SNoWujyGY67uf4xULBw"/>
</p:tagLst>
</file>

<file path=ppt/tags/tag161.xml><?xml version="1.0" encoding="utf-8"?>
<p:tagLst xmlns:p="http://schemas.openxmlformats.org/presentationml/2006/main">
  <p:tag name="THINKCELLSHAPEDONOTDELETE" val="tCrCZMHjJ6bF5CpG9ZAb8zg"/>
</p:tagLst>
</file>

<file path=ppt/tags/tag162.xml><?xml version="1.0" encoding="utf-8"?>
<p:tagLst xmlns:p="http://schemas.openxmlformats.org/presentationml/2006/main">
  <p:tag name="THINKCELLSHAPEDONOTDELETE" val="teWOFJ3auVPUhZkCO8I2ysQ"/>
</p:tagLst>
</file>

<file path=ppt/tags/tag163.xml><?xml version="1.0" encoding="utf-8"?>
<p:tagLst xmlns:p="http://schemas.openxmlformats.org/presentationml/2006/main">
  <p:tag name="THINKCELLSHAPEDONOTDELETE" val="t3OTjNLNoLjk29Ow5bOKqGA"/>
</p:tagLst>
</file>

<file path=ppt/tags/tag164.xml><?xml version="1.0" encoding="utf-8"?>
<p:tagLst xmlns:p="http://schemas.openxmlformats.org/presentationml/2006/main">
  <p:tag name="THINKCELLSHAPEDONOTDELETE" val="tzejESlsEZ4CxPiNoUodXXQ"/>
</p:tagLst>
</file>

<file path=ppt/tags/tag165.xml><?xml version="1.0" encoding="utf-8"?>
<p:tagLst xmlns:p="http://schemas.openxmlformats.org/presentationml/2006/main">
  <p:tag name="THINKCELLSHAPEDONOTDELETE" val="tSNKBPf_hnm8HyCZlcL4YIw"/>
</p:tagLst>
</file>

<file path=ppt/tags/tag166.xml><?xml version="1.0" encoding="utf-8"?>
<p:tagLst xmlns:p="http://schemas.openxmlformats.org/presentationml/2006/main">
  <p:tag name="THINKCELLSHAPEDONOTDELETE" val="t.P7Kj7pio61drH51ZckYag"/>
</p:tagLst>
</file>

<file path=ppt/tags/tag167.xml><?xml version="1.0" encoding="utf-8"?>
<p:tagLst xmlns:p="http://schemas.openxmlformats.org/presentationml/2006/main">
  <p:tag name="THINKCELLSHAPEDONOTDELETE" val="tL26PLY3GoxSFmxzrTQrd0Q"/>
</p:tagLst>
</file>

<file path=ppt/tags/tag168.xml><?xml version="1.0" encoding="utf-8"?>
<p:tagLst xmlns:p="http://schemas.openxmlformats.org/presentationml/2006/main">
  <p:tag name="THINKCELLSHAPEDONOTDELETE" val="tskMytt9zzG9kvUqH_ooN9g"/>
</p:tagLst>
</file>

<file path=ppt/tags/tag169.xml><?xml version="1.0" encoding="utf-8"?>
<p:tagLst xmlns:p="http://schemas.openxmlformats.org/presentationml/2006/main">
  <p:tag name="THINKCELLSHAPEDONOTDELETE" val="twXlFWtA8ug254ibhZpa1ig"/>
</p:tagLst>
</file>

<file path=ppt/tags/tag170.xml><?xml version="1.0" encoding="utf-8"?>
<p:tagLst xmlns:p="http://schemas.openxmlformats.org/presentationml/2006/main">
  <p:tag name="THINKCELLSHAPEDONOTDELETE" val="tb0FQMSmIMD02cwyw_8WA2Q"/>
</p:tagLst>
</file>

<file path=ppt/tags/tag171.xml><?xml version="1.0" encoding="utf-8"?>
<p:tagLst xmlns:p="http://schemas.openxmlformats.org/presentationml/2006/main">
  <p:tag name="THINKCELLSHAPEDONOTDELETE" val="tK8swflK940xu1lc0fs5m9A"/>
</p:tagLst>
</file>

<file path=ppt/tags/tag172.xml><?xml version="1.0" encoding="utf-8"?>
<p:tagLst xmlns:p="http://schemas.openxmlformats.org/presentationml/2006/main">
  <p:tag name="THINKCELLSHAPEDONOTDELETE" val="tVRDB1f5SSyyPjRvfiLjWWQ"/>
</p:tagLst>
</file>

<file path=ppt/tags/tag173.xml><?xml version="1.0" encoding="utf-8"?>
<p:tagLst xmlns:p="http://schemas.openxmlformats.org/presentationml/2006/main">
  <p:tag name="THINKCELLSHAPEDONOTDELETE" val="t95Fj.OumhECZtIr1ykGaQQ"/>
</p:tagLst>
</file>

<file path=ppt/tags/tag174.xml><?xml version="1.0" encoding="utf-8"?>
<p:tagLst xmlns:p="http://schemas.openxmlformats.org/presentationml/2006/main">
  <p:tag name="THINKCELLSHAPEDONOTDELETE" val="tvFXOFNhPngUAoZpT.YY2eA"/>
</p:tagLst>
</file>

<file path=ppt/tags/tag175.xml><?xml version="1.0" encoding="utf-8"?>
<p:tagLst xmlns:p="http://schemas.openxmlformats.org/presentationml/2006/main">
  <p:tag name="THINKCELLSHAPEDONOTDELETE" val="tjEIyRVMauJoGHR3uWE6dvQ"/>
</p:tagLst>
</file>

<file path=ppt/tags/tag176.xml><?xml version="1.0" encoding="utf-8"?>
<p:tagLst xmlns:p="http://schemas.openxmlformats.org/presentationml/2006/main">
  <p:tag name="THINKCELLSHAPEDONOTDELETE" val="tSAfzRsGFAml2JBmnZo9j2A"/>
</p:tagLst>
</file>

<file path=ppt/tags/tag177.xml><?xml version="1.0" encoding="utf-8"?>
<p:tagLst xmlns:p="http://schemas.openxmlformats.org/presentationml/2006/main">
  <p:tag name="THINKCELLSHAPEDONOTDELETE" val="tmGwIoSywAc3HNwaXyqoNNA"/>
</p:tagLst>
</file>

<file path=ppt/tags/tag178.xml><?xml version="1.0" encoding="utf-8"?>
<p:tagLst xmlns:p="http://schemas.openxmlformats.org/presentationml/2006/main">
  <p:tag name="THINKCELLSHAPEDONOTDELETE" val="t_mgfZSUg.ExbUJamD4oYwg"/>
</p:tagLst>
</file>

<file path=ppt/tags/tag179.xml><?xml version="1.0" encoding="utf-8"?>
<p:tagLst xmlns:p="http://schemas.openxmlformats.org/presentationml/2006/main">
  <p:tag name="THINKCELLSHAPEDONOTDELETE" val="t9a6Lw1_.H9JlEVoj9ehuyQ"/>
</p:tagLst>
</file>

<file path=ppt/tags/tag180.xml><?xml version="1.0" encoding="utf-8"?>
<p:tagLst xmlns:p="http://schemas.openxmlformats.org/presentationml/2006/main">
  <p:tag name="THINKCELLSHAPEDONOTDELETE" val="tc0gLW6U.dDon.1JbC6_Oig"/>
</p:tagLst>
</file>

<file path=ppt/tags/tag181.xml><?xml version="1.0" encoding="utf-8"?>
<p:tagLst xmlns:p="http://schemas.openxmlformats.org/presentationml/2006/main">
  <p:tag name="THINKCELLSHAPEDONOTDELETE" val="tvrlxBUlvu3U_YzIH8.85qw"/>
</p:tagLst>
</file>

<file path=ppt/tags/tag182.xml><?xml version="1.0" encoding="utf-8"?>
<p:tagLst xmlns:p="http://schemas.openxmlformats.org/presentationml/2006/main">
  <p:tag name="THINKCELLSHAPEDONOTDELETE" val="tXyv3mZExBkcUAYxwo_JuNw"/>
</p:tagLst>
</file>

<file path=ppt/tags/tag183.xml><?xml version="1.0" encoding="utf-8"?>
<p:tagLst xmlns:p="http://schemas.openxmlformats.org/presentationml/2006/main">
  <p:tag name="THINKCELLSHAPEDONOTDELETE" val="tS48YQ4SeMCvY9ZbOy.Gf9A"/>
</p:tagLst>
</file>

<file path=ppt/tags/tag184.xml><?xml version="1.0" encoding="utf-8"?>
<p:tagLst xmlns:p="http://schemas.openxmlformats.org/presentationml/2006/main">
  <p:tag name="THINKCELLSHAPEDONOTDELETE" val="tgVR4ryrM1uhrFl6O.xU2tQ"/>
</p:tagLst>
</file>

<file path=ppt/tags/tag185.xml><?xml version="1.0" encoding="utf-8"?>
<p:tagLst xmlns:p="http://schemas.openxmlformats.org/presentationml/2006/main">
  <p:tag name="THINKCELLSHAPEDONOTDELETE" val="t6ARS6K8QoOJZsaUJnl2iAw"/>
</p:tagLst>
</file>

<file path=ppt/tags/tag186.xml><?xml version="1.0" encoding="utf-8"?>
<p:tagLst xmlns:p="http://schemas.openxmlformats.org/presentationml/2006/main">
  <p:tag name="THINKCELLSHAPEDONOTDELETE" val="tD0QFG41Y93W9_EfkehGTvA"/>
</p:tagLst>
</file>

<file path=ppt/tags/tag187.xml><?xml version="1.0" encoding="utf-8"?>
<p:tagLst xmlns:p="http://schemas.openxmlformats.org/presentationml/2006/main">
  <p:tag name="THINKCELLSHAPEDONOTDELETE" val="tPBdPMIKNgItvXM60j.VYRQ"/>
</p:tagLst>
</file>

<file path=ppt/tags/tag188.xml><?xml version="1.0" encoding="utf-8"?>
<p:tagLst xmlns:p="http://schemas.openxmlformats.org/presentationml/2006/main">
  <p:tag name="THINKCELLSHAPEDONOTDELETE" val="tw8V2SG97vSADqfSy7X9OBg"/>
</p:tagLst>
</file>

<file path=ppt/tags/tag189.xml><?xml version="1.0" encoding="utf-8"?>
<p:tagLst xmlns:p="http://schemas.openxmlformats.org/presentationml/2006/main">
  <p:tag name="THINKCELLSHAPEDONOTDELETE" val="tnMeTT_sWYnmFZ1nhbyezfQ"/>
</p:tagLst>
</file>

<file path=ppt/tags/tag190.xml><?xml version="1.0" encoding="utf-8"?>
<p:tagLst xmlns:p="http://schemas.openxmlformats.org/presentationml/2006/main">
  <p:tag name="THINKCELLSHAPEDONOTDELETE" val="tuh.hM3n.i2Ntri76i1to4g"/>
</p:tagLst>
</file>

<file path=ppt/tags/tag191.xml><?xml version="1.0" encoding="utf-8"?>
<p:tagLst xmlns:p="http://schemas.openxmlformats.org/presentationml/2006/main">
  <p:tag name="THINKCELLSHAPEDONOTDELETE" val="tw9HlAlw3p_1ZRP.Hz65Gvw"/>
</p:tagLst>
</file>

<file path=ppt/tags/tag192.xml><?xml version="1.0" encoding="utf-8"?>
<p:tagLst xmlns:p="http://schemas.openxmlformats.org/presentationml/2006/main">
  <p:tag name="THINKCELLSHAPEDONOTDELETE" val="txrodtJOEK5cRUB5Dbli.Gw"/>
</p:tagLst>
</file>

<file path=ppt/tags/tag193.xml><?xml version="1.0" encoding="utf-8"?>
<p:tagLst xmlns:p="http://schemas.openxmlformats.org/presentationml/2006/main">
  <p:tag name="THINKCELLSHAPEDONOTDELETE" val="tuQXO8aKruUUgoWvMp0tORw"/>
</p:tagLst>
</file>

<file path=ppt/tags/tag194.xml><?xml version="1.0" encoding="utf-8"?>
<p:tagLst xmlns:p="http://schemas.openxmlformats.org/presentationml/2006/main">
  <p:tag name="THINKCELLSHAPEDONOTDELETE" val="taBMzLH91ei3xmTh0.gqbBg"/>
</p:tagLst>
</file>

<file path=ppt/tags/tag195.xml><?xml version="1.0" encoding="utf-8"?>
<p:tagLst xmlns:p="http://schemas.openxmlformats.org/presentationml/2006/main">
  <p:tag name="THINKCELLSHAPEDONOTDELETE" val="tZjmf88Mh9EtMOciJXUZR3A"/>
</p:tagLst>
</file>

<file path=ppt/tags/tag196.xml><?xml version="1.0" encoding="utf-8"?>
<p:tagLst xmlns:p="http://schemas.openxmlformats.org/presentationml/2006/main">
  <p:tag name="THINKCELLSHAPEDONOTDELETE" val="ty75_coad5bN76JiiLn5i4w"/>
</p:tagLst>
</file>

<file path=ppt/tags/tag197.xml><?xml version="1.0" encoding="utf-8"?>
<p:tagLst xmlns:p="http://schemas.openxmlformats.org/presentationml/2006/main">
  <p:tag name="THINKCELLSHAPEDONOTDELETE" val="tIZusnhKBL0nf7a7NMkh92Q"/>
</p:tagLst>
</file>

<file path=ppt/tags/tag198.xml><?xml version="1.0" encoding="utf-8"?>
<p:tagLst xmlns:p="http://schemas.openxmlformats.org/presentationml/2006/main">
  <p:tag name="THINKCELLSHAPEDONOTDELETE" val="tWJhkkan0henFghO5fktiAQ"/>
</p:tagLst>
</file>

<file path=ppt/tags/tag199.xml><?xml version="1.0" encoding="utf-8"?>
<p:tagLst xmlns:p="http://schemas.openxmlformats.org/presentationml/2006/main">
  <p:tag name="THINKCELLSHAPEDONOTDELETE" val="taCKlI3b6aS.cK7vsj2orfw"/>
</p:tagLst>
</file>

<file path=ppt/tags/tag200.xml><?xml version="1.0" encoding="utf-8"?>
<p:tagLst xmlns:p="http://schemas.openxmlformats.org/presentationml/2006/main">
  <p:tag name="THINKCELLSHAPEDONOTDELETE" val="tmKKjAV9QkO7qGjsyFtQj4w"/>
</p:tagLst>
</file>

<file path=ppt/tags/tag201.xml><?xml version="1.0" encoding="utf-8"?>
<p:tagLst xmlns:p="http://schemas.openxmlformats.org/presentationml/2006/main">
  <p:tag name="THINKCELLSHAPEDONOTDELETE" val="tAS4WcnQayYLWIXdY3kxFFQ"/>
</p:tagLst>
</file>

<file path=ppt/tags/tag202.xml><?xml version="1.0" encoding="utf-8"?>
<p:tagLst xmlns:p="http://schemas.openxmlformats.org/presentationml/2006/main">
  <p:tag name="THINKCELLSHAPEDONOTDELETE" val="t.68OddPS2z2.uz1Mwfyhaw"/>
</p:tagLst>
</file>

<file path=ppt/tags/tag203.xml><?xml version="1.0" encoding="utf-8"?>
<p:tagLst xmlns:p="http://schemas.openxmlformats.org/presentationml/2006/main">
  <p:tag name="THINKCELLSHAPEDONOTDELETE" val="t4v_5PWPJ0Hdlo6__CQwaCA"/>
</p:tagLst>
</file>

<file path=ppt/tags/tag204.xml><?xml version="1.0" encoding="utf-8"?>
<p:tagLst xmlns:p="http://schemas.openxmlformats.org/presentationml/2006/main">
  <p:tag name="THINKCELLSHAPEDONOTDELETE" val="tERWxNAOuSIogt02rrpue3Q"/>
</p:tagLst>
</file>

<file path=ppt/tags/tag205.xml><?xml version="1.0" encoding="utf-8"?>
<p:tagLst xmlns:p="http://schemas.openxmlformats.org/presentationml/2006/main">
  <p:tag name="THINKCELLSHAPEDONOTDELETE" val="ts64FFhqrkehmh0043QmPgQ"/>
</p:tagLst>
</file>

<file path=ppt/tags/tag206.xml><?xml version="1.0" encoding="utf-8"?>
<p:tagLst xmlns:p="http://schemas.openxmlformats.org/presentationml/2006/main">
  <p:tag name="THINKCELLSHAPEDONOTDELETE" val="twRj.7SKf8_btufioIlCr2Q"/>
</p:tagLst>
</file>

<file path=ppt/tags/tag207.xml><?xml version="1.0" encoding="utf-8"?>
<p:tagLst xmlns:p="http://schemas.openxmlformats.org/presentationml/2006/main">
  <p:tag name="THINKCELLSHAPEDONOTDELETE" val="tDQpjf4T7DQMCXKuTbrcL1Q"/>
</p:tagLst>
</file>

<file path=ppt/tags/tag208.xml><?xml version="1.0" encoding="utf-8"?>
<p:tagLst xmlns:p="http://schemas.openxmlformats.org/presentationml/2006/main">
  <p:tag name="THINKCELLSHAPEDONOTDELETE" val="tTcsTHrLbPRhsaHt6mxGXyQ"/>
</p:tagLst>
</file>

<file path=ppt/tags/tag209.xml><?xml version="1.0" encoding="utf-8"?>
<p:tagLst xmlns:p="http://schemas.openxmlformats.org/presentationml/2006/main">
  <p:tag name="THINKCELLSHAPEDONOTDELETE" val="tC3FBbx2S2xOKwKSiS58uxw"/>
</p:tagLst>
</file>

<file path=ppt/tags/tag210.xml><?xml version="1.0" encoding="utf-8"?>
<p:tagLst xmlns:p="http://schemas.openxmlformats.org/presentationml/2006/main">
  <p:tag name="THINKCELLSHAPEDONOTDELETE" val="tblLDK8BY1rOW2yjUdvfgzw"/>
</p:tagLst>
</file>

<file path=ppt/tags/tag211.xml><?xml version="1.0" encoding="utf-8"?>
<p:tagLst xmlns:p="http://schemas.openxmlformats.org/presentationml/2006/main">
  <p:tag name="THINKCELLSHAPEDONOTDELETE" val="tkUG8Hvsv5SkTxDJZuYbgeQ"/>
</p:tagLst>
</file>

<file path=ppt/tags/tag212.xml><?xml version="1.0" encoding="utf-8"?>
<p:tagLst xmlns:p="http://schemas.openxmlformats.org/presentationml/2006/main">
  <p:tag name="THINKCELLSHAPEDONOTDELETE" val="tCThn93I6gBMiq4G3FTxoGA"/>
</p:tagLst>
</file>

<file path=ppt/tags/tag213.xml><?xml version="1.0" encoding="utf-8"?>
<p:tagLst xmlns:p="http://schemas.openxmlformats.org/presentationml/2006/main">
  <p:tag name="THINKCELLSHAPEDONOTDELETE" val="tTzMkG2Ybu9O.uAKHDzaEOw"/>
</p:tagLst>
</file>

<file path=ppt/tags/tag214.xml><?xml version="1.0" encoding="utf-8"?>
<p:tagLst xmlns:p="http://schemas.openxmlformats.org/presentationml/2006/main">
  <p:tag name="THINKCELLSHAPEDONOTDELETE" val="tsIzF1GjXEfvTeyaVIAXHvQ"/>
</p:tagLst>
</file>

<file path=ppt/tags/tag215.xml><?xml version="1.0" encoding="utf-8"?>
<p:tagLst xmlns:p="http://schemas.openxmlformats.org/presentationml/2006/main">
  <p:tag name="THINKCELLSHAPEDONOTDELETE" val="tbICpoR_61cy904u.1lzSaQ"/>
</p:tagLst>
</file>

<file path=ppt/tags/tag216.xml><?xml version="1.0" encoding="utf-8"?>
<p:tagLst xmlns:p="http://schemas.openxmlformats.org/presentationml/2006/main">
  <p:tag name="THINKCELLSHAPEDONOTDELETE" val="thinkcellActiveDocDoNotDelete"/>
</p:tagLst>
</file>

<file path=ppt/tags/tag217.xml><?xml version="1.0" encoding="utf-8"?>
<p:tagLst xmlns:p="http://schemas.openxmlformats.org/presentationml/2006/main">
  <p:tag name="THINKCELLSHAPEDONOTDELETE" val="tK.6SNoWujyGY67uf4xULBw"/>
</p:tagLst>
</file>

<file path=ppt/tags/tag218.xml><?xml version="1.0" encoding="utf-8"?>
<p:tagLst xmlns:p="http://schemas.openxmlformats.org/presentationml/2006/main">
  <p:tag name="THINKCELLSHAPEDONOTDELETE" val="tCrCZMHjJ6bF5CpG9ZAb8zg"/>
</p:tagLst>
</file>

<file path=ppt/tags/tag219.xml><?xml version="1.0" encoding="utf-8"?>
<p:tagLst xmlns:p="http://schemas.openxmlformats.org/presentationml/2006/main">
  <p:tag name="THINKCELLSHAPEDONOTDELETE" val="teWOFJ3auVPUhZkCO8I2ysQ"/>
</p:tagLst>
</file>

<file path=ppt/tags/tag220.xml><?xml version="1.0" encoding="utf-8"?>
<p:tagLst xmlns:p="http://schemas.openxmlformats.org/presentationml/2006/main">
  <p:tag name="THINKCELLSHAPEDONOTDELETE" val="t3OTjNLNoLjk29Ow5bOKqGA"/>
</p:tagLst>
</file>

<file path=ppt/tags/tag221.xml><?xml version="1.0" encoding="utf-8"?>
<p:tagLst xmlns:p="http://schemas.openxmlformats.org/presentationml/2006/main">
  <p:tag name="THINKCELLSHAPEDONOTDELETE" val="tzejESlsEZ4CxPiNoUodXXQ"/>
</p:tagLst>
</file>

<file path=ppt/tags/tag222.xml><?xml version="1.0" encoding="utf-8"?>
<p:tagLst xmlns:p="http://schemas.openxmlformats.org/presentationml/2006/main">
  <p:tag name="THINKCELLSHAPEDONOTDELETE" val="tSNKBPf_hnm8HyCZlcL4YIw"/>
</p:tagLst>
</file>

<file path=ppt/tags/tag223.xml><?xml version="1.0" encoding="utf-8"?>
<p:tagLst xmlns:p="http://schemas.openxmlformats.org/presentationml/2006/main">
  <p:tag name="THINKCELLSHAPEDONOTDELETE" val="t.P7Kj7pio61drH51ZckYag"/>
</p:tagLst>
</file>

<file path=ppt/tags/tag224.xml><?xml version="1.0" encoding="utf-8"?>
<p:tagLst xmlns:p="http://schemas.openxmlformats.org/presentationml/2006/main">
  <p:tag name="THINKCELLSHAPEDONOTDELETE" val="tL26PLY3GoxSFmxzrTQrd0Q"/>
</p:tagLst>
</file>

<file path=ppt/tags/tag225.xml><?xml version="1.0" encoding="utf-8"?>
<p:tagLst xmlns:p="http://schemas.openxmlformats.org/presentationml/2006/main">
  <p:tag name="THINKCELLSHAPEDONOTDELETE" val="tskMytt9zzG9kvUqH_ooN9g"/>
</p:tagLst>
</file>

<file path=ppt/tags/tag226.xml><?xml version="1.0" encoding="utf-8"?>
<p:tagLst xmlns:p="http://schemas.openxmlformats.org/presentationml/2006/main">
  <p:tag name="THINKCELLSHAPEDONOTDELETE" val="twXlFWtA8ug254ibhZpa1ig"/>
</p:tagLst>
</file>

<file path=ppt/tags/tag227.xml><?xml version="1.0" encoding="utf-8"?>
<p:tagLst xmlns:p="http://schemas.openxmlformats.org/presentationml/2006/main">
  <p:tag name="THINKCELLSHAPEDONOTDELETE" val="tb0FQMSmIMD02cwyw_8WA2Q"/>
</p:tagLst>
</file>

<file path=ppt/tags/tag228.xml><?xml version="1.0" encoding="utf-8"?>
<p:tagLst xmlns:p="http://schemas.openxmlformats.org/presentationml/2006/main">
  <p:tag name="THINKCELLSHAPEDONOTDELETE" val="tK8swflK940xu1lc0fs5m9A"/>
</p:tagLst>
</file>

<file path=ppt/tags/tag229.xml><?xml version="1.0" encoding="utf-8"?>
<p:tagLst xmlns:p="http://schemas.openxmlformats.org/presentationml/2006/main">
  <p:tag name="THINKCELLSHAPEDONOTDELETE" val="tVRDB1f5SSyyPjRvfiLjWWQ"/>
</p:tagLst>
</file>

<file path=ppt/tags/tag230.xml><?xml version="1.0" encoding="utf-8"?>
<p:tagLst xmlns:p="http://schemas.openxmlformats.org/presentationml/2006/main">
  <p:tag name="THINKCELLSHAPEDONOTDELETE" val="tSAfzRsGFAml2JBmnZo9j2A"/>
</p:tagLst>
</file>

<file path=ppt/tags/tag231.xml><?xml version="1.0" encoding="utf-8"?>
<p:tagLst xmlns:p="http://schemas.openxmlformats.org/presentationml/2006/main">
  <p:tag name="THINKCELLSHAPEDONOTDELETE" val="tmGwIoSywAc3HNwaXyqoNNA"/>
</p:tagLst>
</file>

<file path=ppt/tags/tag232.xml><?xml version="1.0" encoding="utf-8"?>
<p:tagLst xmlns:p="http://schemas.openxmlformats.org/presentationml/2006/main">
  <p:tag name="THINKCELLSHAPEDONOTDELETE" val="t_mgfZSUg.ExbUJamD4oYwg"/>
</p:tagLst>
</file>

<file path=ppt/tags/tag233.xml><?xml version="1.0" encoding="utf-8"?>
<p:tagLst xmlns:p="http://schemas.openxmlformats.org/presentationml/2006/main">
  <p:tag name="THINKCELLSHAPEDONOTDELETE" val="t9a6Lw1_.H9JlEVoj9ehuyQ"/>
</p:tagLst>
</file>

<file path=ppt/tags/tag234.xml><?xml version="1.0" encoding="utf-8"?>
<p:tagLst xmlns:p="http://schemas.openxmlformats.org/presentationml/2006/main">
  <p:tag name="THINKCELLSHAPEDONOTDELETE" val="tvrlxBUlvu3U_YzIH8.85qw"/>
</p:tagLst>
</file>

<file path=ppt/tags/tag235.xml><?xml version="1.0" encoding="utf-8"?>
<p:tagLst xmlns:p="http://schemas.openxmlformats.org/presentationml/2006/main">
  <p:tag name="THINKCELLSHAPEDONOTDELETE" val="tXyv3mZExBkcUAYxwo_JuNw"/>
</p:tagLst>
</file>

<file path=ppt/tags/tag236.xml><?xml version="1.0" encoding="utf-8"?>
<p:tagLst xmlns:p="http://schemas.openxmlformats.org/presentationml/2006/main">
  <p:tag name="THINKCELLSHAPEDONOTDELETE" val="tS48YQ4SeMCvY9ZbOy.Gf9A"/>
</p:tagLst>
</file>

<file path=ppt/tags/tag237.xml><?xml version="1.0" encoding="utf-8"?>
<p:tagLst xmlns:p="http://schemas.openxmlformats.org/presentationml/2006/main">
  <p:tag name="THINKCELLSHAPEDONOTDELETE" val="tgVR4ryrM1uhrFl6O.xU2tQ"/>
</p:tagLst>
</file>

<file path=ppt/tags/tag238.xml><?xml version="1.0" encoding="utf-8"?>
<p:tagLst xmlns:p="http://schemas.openxmlformats.org/presentationml/2006/main">
  <p:tag name="THINKCELLSHAPEDONOTDELETE" val="tD0QFG41Y93W9_EfkehGTvA"/>
</p:tagLst>
</file>

<file path=ppt/tags/tag239.xml><?xml version="1.0" encoding="utf-8"?>
<p:tagLst xmlns:p="http://schemas.openxmlformats.org/presentationml/2006/main">
  <p:tag name="THINKCELLSHAPEDONOTDELETE" val="tPBdPMIKNgItvXM60j.VYRQ"/>
</p:tagLst>
</file>

<file path=ppt/tags/tag240.xml><?xml version="1.0" encoding="utf-8"?>
<p:tagLst xmlns:p="http://schemas.openxmlformats.org/presentationml/2006/main">
  <p:tag name="THINKCELLSHAPEDONOTDELETE" val="tw8V2SG97vSADqfSy7X9OBg"/>
</p:tagLst>
</file>

<file path=ppt/tags/tag241.xml><?xml version="1.0" encoding="utf-8"?>
<p:tagLst xmlns:p="http://schemas.openxmlformats.org/presentationml/2006/main">
  <p:tag name="THINKCELLSHAPEDONOTDELETE" val="tnMeTT_sWYnmFZ1nhbyezfQ"/>
</p:tagLst>
</file>

<file path=ppt/tags/tag242.xml><?xml version="1.0" encoding="utf-8"?>
<p:tagLst xmlns:p="http://schemas.openxmlformats.org/presentationml/2006/main">
  <p:tag name="THINKCELLSHAPEDONOTDELETE" val="tuh.hM3n.i2Ntri76i1to4g"/>
</p:tagLst>
</file>

<file path=ppt/tags/tag243.xml><?xml version="1.0" encoding="utf-8"?>
<p:tagLst xmlns:p="http://schemas.openxmlformats.org/presentationml/2006/main">
  <p:tag name="THINKCELLSHAPEDONOTDELETE" val="tw9HlAlw3p_1ZRP.Hz65Gvw"/>
</p:tagLst>
</file>

<file path=ppt/tags/tag244.xml><?xml version="1.0" encoding="utf-8"?>
<p:tagLst xmlns:p="http://schemas.openxmlformats.org/presentationml/2006/main">
  <p:tag name="THINKCELLSHAPEDONOTDELETE" val="txrodtJOEK5cRUB5Dbli.Gw"/>
</p:tagLst>
</file>

<file path=ppt/tags/tag245.xml><?xml version="1.0" encoding="utf-8"?>
<p:tagLst xmlns:p="http://schemas.openxmlformats.org/presentationml/2006/main">
  <p:tag name="THINKCELLSHAPEDONOTDELETE" val="tuQXO8aKruUUgoWvMp0tORw"/>
</p:tagLst>
</file>

<file path=ppt/tags/tag246.xml><?xml version="1.0" encoding="utf-8"?>
<p:tagLst xmlns:p="http://schemas.openxmlformats.org/presentationml/2006/main">
  <p:tag name="THINKCELLSHAPEDONOTDELETE" val="taBMzLH91ei3xmTh0.gqbBg"/>
</p:tagLst>
</file>

<file path=ppt/tags/tag247.xml><?xml version="1.0" encoding="utf-8"?>
<p:tagLst xmlns:p="http://schemas.openxmlformats.org/presentationml/2006/main">
  <p:tag name="THINKCELLSHAPEDONOTDELETE" val="tZjmf88Mh9EtMOciJXUZR3A"/>
</p:tagLst>
</file>

<file path=ppt/tags/tag248.xml><?xml version="1.0" encoding="utf-8"?>
<p:tagLst xmlns:p="http://schemas.openxmlformats.org/presentationml/2006/main">
  <p:tag name="THINKCELLSHAPEDONOTDELETE" val="ty75_coad5bN76JiiLn5i4w"/>
</p:tagLst>
</file>

<file path=ppt/tags/tag249.xml><?xml version="1.0" encoding="utf-8"?>
<p:tagLst xmlns:p="http://schemas.openxmlformats.org/presentationml/2006/main">
  <p:tag name="THINKCELLSHAPEDONOTDELETE" val="tIZusnhKBL0nf7a7NMkh92Q"/>
</p:tagLst>
</file>

<file path=ppt/tags/tag250.xml><?xml version="1.0" encoding="utf-8"?>
<p:tagLst xmlns:p="http://schemas.openxmlformats.org/presentationml/2006/main">
  <p:tag name="THINKCELLSHAPEDONOTDELETE" val="tWJhkkan0henFghO5fktiAQ"/>
</p:tagLst>
</file>

<file path=ppt/tags/tag251.xml><?xml version="1.0" encoding="utf-8"?>
<p:tagLst xmlns:p="http://schemas.openxmlformats.org/presentationml/2006/main">
  <p:tag name="THINKCELLSHAPEDONOTDELETE" val="taCKlI3b6aS.cK7vsj2orfw"/>
</p:tagLst>
</file>

<file path=ppt/tags/tag252.xml><?xml version="1.0" encoding="utf-8"?>
<p:tagLst xmlns:p="http://schemas.openxmlformats.org/presentationml/2006/main">
  <p:tag name="THINKCELLSHAPEDONOTDELETE" val="tmKKjAV9QkO7qGjsyFtQj4w"/>
</p:tagLst>
</file>

<file path=ppt/tags/tag253.xml><?xml version="1.0" encoding="utf-8"?>
<p:tagLst xmlns:p="http://schemas.openxmlformats.org/presentationml/2006/main">
  <p:tag name="THINKCELLSHAPEDONOTDELETE" val="tAS4WcnQayYLWIXdY3kxFFQ"/>
</p:tagLst>
</file>

<file path=ppt/tags/tag254.xml><?xml version="1.0" encoding="utf-8"?>
<p:tagLst xmlns:p="http://schemas.openxmlformats.org/presentationml/2006/main">
  <p:tag name="THINKCELLSHAPEDONOTDELETE" val="t.68OddPS2z2.uz1Mwfyhaw"/>
</p:tagLst>
</file>

<file path=ppt/tags/tag255.xml><?xml version="1.0" encoding="utf-8"?>
<p:tagLst xmlns:p="http://schemas.openxmlformats.org/presentationml/2006/main">
  <p:tag name="THINKCELLSHAPEDONOTDELETE" val="twRj.7SKf8_btufioIlCr2Q"/>
</p:tagLst>
</file>

<file path=ppt/tags/tag256.xml><?xml version="1.0" encoding="utf-8"?>
<p:tagLst xmlns:p="http://schemas.openxmlformats.org/presentationml/2006/main">
  <p:tag name="THINKCELLSHAPEDONOTDELETE" val="tDQpjf4T7DQMCXKuTbrcL1Q"/>
</p:tagLst>
</file>

<file path=ppt/tags/tag257.xml><?xml version="1.0" encoding="utf-8"?>
<p:tagLst xmlns:p="http://schemas.openxmlformats.org/presentationml/2006/main">
  <p:tag name="THINKCELLSHAPEDONOTDELETE" val="tTcsTHrLbPRhsaHt6mxGXyQ"/>
</p:tagLst>
</file>

<file path=ppt/tags/tag258.xml><?xml version="1.0" encoding="utf-8"?>
<p:tagLst xmlns:p="http://schemas.openxmlformats.org/presentationml/2006/main">
  <p:tag name="THINKCELLSHAPEDONOTDELETE" val="tC3FBbx2S2xOKwKSiS58uxw"/>
</p:tagLst>
</file>

<file path=ppt/tags/tag259.xml><?xml version="1.0" encoding="utf-8"?>
<p:tagLst xmlns:p="http://schemas.openxmlformats.org/presentationml/2006/main">
  <p:tag name="THINKCELLSHAPEDONOTDELETE" val="tkUG8Hvsv5SkTxDJZuYbgeQ"/>
</p:tagLst>
</file>

<file path=ppt/tags/tag260.xml><?xml version="1.0" encoding="utf-8"?>
<p:tagLst xmlns:p="http://schemas.openxmlformats.org/presentationml/2006/main">
  <p:tag name="THINKCELLSHAPEDONOTDELETE" val="tCThn93I6gBMiq4G3FTxoGA"/>
</p:tagLst>
</file>

<file path=ppt/tags/tag261.xml><?xml version="1.0" encoding="utf-8"?>
<p:tagLst xmlns:p="http://schemas.openxmlformats.org/presentationml/2006/main">
  <p:tag name="THINKCELLSHAPEDONOTDELETE" val="tTzMkG2Ybu9O.uAKHDzaEOw"/>
</p:tagLst>
</file>

<file path=ppt/tags/tag262.xml><?xml version="1.0" encoding="utf-8"?>
<p:tagLst xmlns:p="http://schemas.openxmlformats.org/presentationml/2006/main">
  <p:tag name="THINKCELLSHAPEDONOTDELETE" val="tsIzF1GjXEfvTeyaVIAXHvQ"/>
</p:tagLst>
</file>

<file path=ppt/tags/tag263.xml><?xml version="1.0" encoding="utf-8"?>
<p:tagLst xmlns:p="http://schemas.openxmlformats.org/presentationml/2006/main">
  <p:tag name="THINKCELLSHAPEDONOTDELETE" val="thinkcellActiveDocDoNotDelete"/>
</p:tagLst>
</file>

<file path=ppt/tags/tag264.xml><?xml version="1.0" encoding="utf-8"?>
<p:tagLst xmlns:p="http://schemas.openxmlformats.org/presentationml/2006/main">
  <p:tag name="THINKCELLSHAPEDONOTDELETE" val="tK.6SNoWujyGY67uf4xULBw"/>
</p:tagLst>
</file>

<file path=ppt/tags/tag265.xml><?xml version="1.0" encoding="utf-8"?>
<p:tagLst xmlns:p="http://schemas.openxmlformats.org/presentationml/2006/main">
  <p:tag name="THINKCELLSHAPEDONOTDELETE" val="tCrCZMHjJ6bF5CpG9ZAb8zg"/>
</p:tagLst>
</file>

<file path=ppt/tags/tag266.xml><?xml version="1.0" encoding="utf-8"?>
<p:tagLst xmlns:p="http://schemas.openxmlformats.org/presentationml/2006/main">
  <p:tag name="THINKCELLSHAPEDONOTDELETE" val="teWOFJ3auVPUhZkCO8I2ysQ"/>
</p:tagLst>
</file>

<file path=ppt/tags/tag267.xml><?xml version="1.0" encoding="utf-8"?>
<p:tagLst xmlns:p="http://schemas.openxmlformats.org/presentationml/2006/main">
  <p:tag name="THINKCELLSHAPEDONOTDELETE" val="t3OTjNLNoLjk29Ow5bOKqGA"/>
</p:tagLst>
</file>

<file path=ppt/tags/tag268.xml><?xml version="1.0" encoding="utf-8"?>
<p:tagLst xmlns:p="http://schemas.openxmlformats.org/presentationml/2006/main">
  <p:tag name="THINKCELLSHAPEDONOTDELETE" val="tzejESlsEZ4CxPiNoUodXXQ"/>
</p:tagLst>
</file>

<file path=ppt/tags/tag269.xml><?xml version="1.0" encoding="utf-8"?>
<p:tagLst xmlns:p="http://schemas.openxmlformats.org/presentationml/2006/main">
  <p:tag name="THINKCELLSHAPEDONOTDELETE" val="tSNKBPf_hnm8HyCZlcL4YIw"/>
</p:tagLst>
</file>

<file path=ppt/tags/tag270.xml><?xml version="1.0" encoding="utf-8"?>
<p:tagLst xmlns:p="http://schemas.openxmlformats.org/presentationml/2006/main">
  <p:tag name="THINKCELLSHAPEDONOTDELETE" val="t.P7Kj7pio61drH51ZckYag"/>
</p:tagLst>
</file>

<file path=ppt/tags/tag271.xml><?xml version="1.0" encoding="utf-8"?>
<p:tagLst xmlns:p="http://schemas.openxmlformats.org/presentationml/2006/main">
  <p:tag name="THINKCELLSHAPEDONOTDELETE" val="tL26PLY3GoxSFmxzrTQrd0Q"/>
</p:tagLst>
</file>

<file path=ppt/tags/tag272.xml><?xml version="1.0" encoding="utf-8"?>
<p:tagLst xmlns:p="http://schemas.openxmlformats.org/presentationml/2006/main">
  <p:tag name="THINKCELLSHAPEDONOTDELETE" val="tskMytt9zzG9kvUqH_ooN9g"/>
</p:tagLst>
</file>

<file path=ppt/tags/tag273.xml><?xml version="1.0" encoding="utf-8"?>
<p:tagLst xmlns:p="http://schemas.openxmlformats.org/presentationml/2006/main">
  <p:tag name="THINKCELLSHAPEDONOTDELETE" val="twXlFWtA8ug254ibhZpa1ig"/>
</p:tagLst>
</file>

<file path=ppt/tags/tag274.xml><?xml version="1.0" encoding="utf-8"?>
<p:tagLst xmlns:p="http://schemas.openxmlformats.org/presentationml/2006/main">
  <p:tag name="THINKCELLSHAPEDONOTDELETE" val="tSAfzRsGFAml2JBmnZo9j2A"/>
</p:tagLst>
</file>

<file path=ppt/tags/tag275.xml><?xml version="1.0" encoding="utf-8"?>
<p:tagLst xmlns:p="http://schemas.openxmlformats.org/presentationml/2006/main">
  <p:tag name="THINKCELLSHAPEDONOTDELETE" val="tmGwIoSywAc3HNwaXyqoNNA"/>
</p:tagLst>
</file>

<file path=ppt/tags/tag276.xml><?xml version="1.0" encoding="utf-8"?>
<p:tagLst xmlns:p="http://schemas.openxmlformats.org/presentationml/2006/main">
  <p:tag name="THINKCELLSHAPEDONOTDELETE" val="t_mgfZSUg.ExbUJamD4oYwg"/>
</p:tagLst>
</file>

<file path=ppt/tags/tag277.xml><?xml version="1.0" encoding="utf-8"?>
<p:tagLst xmlns:p="http://schemas.openxmlformats.org/presentationml/2006/main">
  <p:tag name="THINKCELLSHAPEDONOTDELETE" val="tvrlxBUlvu3U_YzIH8.85qw"/>
</p:tagLst>
</file>

<file path=ppt/tags/tag278.xml><?xml version="1.0" encoding="utf-8"?>
<p:tagLst xmlns:p="http://schemas.openxmlformats.org/presentationml/2006/main">
  <p:tag name="THINKCELLSHAPEDONOTDELETE" val="tXyv3mZExBkcUAYxwo_JuNw"/>
</p:tagLst>
</file>

<file path=ppt/tags/tag279.xml><?xml version="1.0" encoding="utf-8"?>
<p:tagLst xmlns:p="http://schemas.openxmlformats.org/presentationml/2006/main">
  <p:tag name="THINKCELLSHAPEDONOTDELETE" val="tS48YQ4SeMCvY9ZbOy.Gf9A"/>
</p:tagLst>
</file>

<file path=ppt/tags/tag280.xml><?xml version="1.0" encoding="utf-8"?>
<p:tagLst xmlns:p="http://schemas.openxmlformats.org/presentationml/2006/main">
  <p:tag name="THINKCELLSHAPEDONOTDELETE" val="tD0QFG41Y93W9_EfkehGTvA"/>
</p:tagLst>
</file>

<file path=ppt/tags/tag281.xml><?xml version="1.0" encoding="utf-8"?>
<p:tagLst xmlns:p="http://schemas.openxmlformats.org/presentationml/2006/main">
  <p:tag name="THINKCELLSHAPEDONOTDELETE" val="tPBdPMIKNgItvXM60j.VYRQ"/>
</p:tagLst>
</file>

<file path=ppt/tags/tag282.xml><?xml version="1.0" encoding="utf-8"?>
<p:tagLst xmlns:p="http://schemas.openxmlformats.org/presentationml/2006/main">
  <p:tag name="THINKCELLSHAPEDONOTDELETE" val="tw8V2SG97vSADqfSy7X9OBg"/>
</p:tagLst>
</file>

<file path=ppt/tags/tag283.xml><?xml version="1.0" encoding="utf-8"?>
<p:tagLst xmlns:p="http://schemas.openxmlformats.org/presentationml/2006/main">
  <p:tag name="THINKCELLSHAPEDONOTDELETE" val="tnMeTT_sWYnmFZ1nhbyezfQ"/>
</p:tagLst>
</file>

<file path=ppt/tags/tag284.xml><?xml version="1.0" encoding="utf-8"?>
<p:tagLst xmlns:p="http://schemas.openxmlformats.org/presentationml/2006/main">
  <p:tag name="THINKCELLSHAPEDONOTDELETE" val="tuh.hM3n.i2Ntri76i1to4g"/>
</p:tagLst>
</file>

<file path=ppt/tags/tag285.xml><?xml version="1.0" encoding="utf-8"?>
<p:tagLst xmlns:p="http://schemas.openxmlformats.org/presentationml/2006/main">
  <p:tag name="THINKCELLSHAPEDONOTDELETE" val="tw9HlAlw3p_1ZRP.Hz65Gvw"/>
</p:tagLst>
</file>

<file path=ppt/tags/tag286.xml><?xml version="1.0" encoding="utf-8"?>
<p:tagLst xmlns:p="http://schemas.openxmlformats.org/presentationml/2006/main">
  <p:tag name="THINKCELLSHAPEDONOTDELETE" val="txrodtJOEK5cRUB5Dbli.Gw"/>
</p:tagLst>
</file>

<file path=ppt/tags/tag287.xml><?xml version="1.0" encoding="utf-8"?>
<p:tagLst xmlns:p="http://schemas.openxmlformats.org/presentationml/2006/main">
  <p:tag name="THINKCELLSHAPEDONOTDELETE" val="tuQXO8aKruUUgoWvMp0tORw"/>
</p:tagLst>
</file>

<file path=ppt/tags/tag288.xml><?xml version="1.0" encoding="utf-8"?>
<p:tagLst xmlns:p="http://schemas.openxmlformats.org/presentationml/2006/main">
  <p:tag name="THINKCELLSHAPEDONOTDELETE" val="taBMzLH91ei3xmTh0.gqbBg"/>
</p:tagLst>
</file>

<file path=ppt/tags/tag289.xml><?xml version="1.0" encoding="utf-8"?>
<p:tagLst xmlns:p="http://schemas.openxmlformats.org/presentationml/2006/main">
  <p:tag name="THINKCELLSHAPEDONOTDELETE" val="tZjmf88Mh9EtMOciJXUZR3A"/>
</p:tagLst>
</file>

<file path=ppt/tags/tag290.xml><?xml version="1.0" encoding="utf-8"?>
<p:tagLst xmlns:p="http://schemas.openxmlformats.org/presentationml/2006/main">
  <p:tag name="THINKCELLSHAPEDONOTDELETE" val="ty75_coad5bN76JiiLn5i4w"/>
</p:tagLst>
</file>

<file path=ppt/tags/tag291.xml><?xml version="1.0" encoding="utf-8"?>
<p:tagLst xmlns:p="http://schemas.openxmlformats.org/presentationml/2006/main">
  <p:tag name="THINKCELLSHAPEDONOTDELETE" val="tIZusnhKBL0nf7a7NMkh92Q"/>
</p:tagLst>
</file>

<file path=ppt/tags/tag292.xml><?xml version="1.0" encoding="utf-8"?>
<p:tagLst xmlns:p="http://schemas.openxmlformats.org/presentationml/2006/main">
  <p:tag name="THINKCELLSHAPEDONOTDELETE" val="tWJhkkan0henFghO5fktiAQ"/>
</p:tagLst>
</file>

<file path=ppt/tags/tag293.xml><?xml version="1.0" encoding="utf-8"?>
<p:tagLst xmlns:p="http://schemas.openxmlformats.org/presentationml/2006/main">
  <p:tag name="THINKCELLSHAPEDONOTDELETE" val="taCKlI3b6aS.cK7vsj2orfw"/>
</p:tagLst>
</file>

<file path=ppt/tags/tag294.xml><?xml version="1.0" encoding="utf-8"?>
<p:tagLst xmlns:p="http://schemas.openxmlformats.org/presentationml/2006/main">
  <p:tag name="THINKCELLSHAPEDONOTDELETE" val="twRj.7SKf8_btufioIlCr2Q"/>
</p:tagLst>
</file>

<file path=ppt/tags/tag295.xml><?xml version="1.0" encoding="utf-8"?>
<p:tagLst xmlns:p="http://schemas.openxmlformats.org/presentationml/2006/main">
  <p:tag name="THINKCELLSHAPEDONOTDELETE" val="tDQpjf4T7DQMCXKuTbrcL1Q"/>
</p:tagLst>
</file>

<file path=ppt/tags/tag296.xml><?xml version="1.0" encoding="utf-8"?>
<p:tagLst xmlns:p="http://schemas.openxmlformats.org/presentationml/2006/main">
  <p:tag name="THINKCELLSHAPEDONOTDELETE" val="tTcsTHrLbPRhsaHt6mxGXyQ"/>
</p:tagLst>
</file>

<file path=ppt/tags/tag297.xml><?xml version="1.0" encoding="utf-8"?>
<p:tagLst xmlns:p="http://schemas.openxmlformats.org/presentationml/2006/main">
  <p:tag name="THINKCELLSHAPEDONOTDELETE" val="tkUG8Hvsv5SkTxDJZuYbgeQ"/>
</p:tagLst>
</file>

<file path=ppt/tags/tag298.xml><?xml version="1.0" encoding="utf-8"?>
<p:tagLst xmlns:p="http://schemas.openxmlformats.org/presentationml/2006/main">
  <p:tag name="THINKCELLSHAPEDONOTDELETE" val="tCThn93I6gBMiq4G3FTxoGA"/>
</p:tagLst>
</file>

<file path=ppt/tags/tag299.xml><?xml version="1.0" encoding="utf-8"?>
<p:tagLst xmlns:p="http://schemas.openxmlformats.org/presentationml/2006/main">
  <p:tag name="THINKCELLSHAPEDONOTDELETE" val="tTzMkG2Ybu9O.uAKHDzaEOw"/>
</p:tagLst>
</file>

<file path=ppt/theme/theme1.xml><?xml version="1.0" encoding="utf-8"?>
<a:theme xmlns:a="http://schemas.openxmlformats.org/drawingml/2006/main" name="1_公司模板主题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2766</Words>
  <Application>WPS 演示</Application>
  <PresentationFormat>宽屏</PresentationFormat>
  <Paragraphs>1030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黑体</vt:lpstr>
      <vt:lpstr>等线</vt:lpstr>
      <vt:lpstr>微软雅黑</vt:lpstr>
      <vt:lpstr>华文楷体</vt:lpstr>
      <vt:lpstr>Arial</vt:lpstr>
      <vt:lpstr>Arial Unicode MS</vt:lpstr>
      <vt:lpstr>Calibri</vt:lpstr>
      <vt:lpstr>1_公司模板主题2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2.1 车型类别：高油价与高基数影响下，各类别市场同比降幅进一步扩大</vt:lpstr>
      <vt:lpstr>2.2 车型级别：新车带动A0级市场持续改善，新老产品迭代下C+级市场同比转负</vt:lpstr>
      <vt:lpstr>2.3 轿车级别：传统车市场疲软叠加秦PLUS销量下滑，A级市场同比降幅最大</vt:lpstr>
      <vt:lpstr>2.3 SUV级别：A/B级市场同比延续两位数下滑，传统和PHEV市场表现不佳是主因</vt:lpstr>
      <vt:lpstr>2.3 MPV级别：别克GL8与腾势D9同比销量腰斩，拖累B级市场表现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程鹏</cp:lastModifiedBy>
  <cp:revision>3</cp:revision>
  <dcterms:created xsi:type="dcterms:W3CDTF">2022-10-17T17:17:00Z</dcterms:created>
  <dcterms:modified xsi:type="dcterms:W3CDTF">2026-07-17T10:04:19Z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66a06f0877ec43658631e57843a2e822_23</vt:lpwstr>
  </property>
  <property fmtid="{D5CDD505-2E9C-101B-9397-08002B2CF9AE}" pid="3" name="KSOProductBuildVer">
    <vt:lpwstr>2052-12.1.0.26884</vt:lpwstr>
  </property>
</Properties>
</file>